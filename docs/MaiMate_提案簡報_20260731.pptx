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麥麥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別的投資工具看「市場」，MaiMate 同時看「你」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雲湧智生黑客松｜MaiCoin 智慧理財命題｜隊伍「第五名」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散戶賠錢，多半不是因為看不懂線圖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是因為恐慌的時候，做了跟上次一樣的決定。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市場資訊已經過剩了。缺的不是又一個技術指標，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是有人在你按下賣出之前，把你自己的紀錄拿給你看。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真實資料｜2025-01-01 ~ 2025-12-31，10,000 筆交易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買入發生在近 7 筆均價上方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全年「少賺」總額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賣出後續漲的機會成本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最痛的單筆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2025-01-08 賣 DOGE，年底價差 14.2→64.54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峰值集中在單一部位（TWD）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資料來源：官方交易紀錄 CSV → analysis/precompute.py → data/health_report.json。簡報所有數字由程式直接讀取，非手抄。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他其實有賺錢。真正的傷口在別的地方。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真實已實現損益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NT$117,482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981 筆獲利 / 493 筆虧損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（移動平均成本法）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同一年的「少賺」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05956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05956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是已實現損益的 226 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賣掉之後才漲的部分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76732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傳統對帳單只會顯示左邊。 使用者一整年都以為自己在小賺，看不到右邊那個數字——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因為沒有任何工具會告訴他「如果你當時沒賣」。這就是行為盲點：它不在帳面上。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把他自己的紀錄，在他按下賣出之前拿給他看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使用者打「ETH 跌太多，幫我全部賣掉」——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不照做，也不勸他不要賣。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它把 1/8 那天的紀錄攤開，然後給三個算好數字的選項。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最後一步，一定是人自己按。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Path｜90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從一句衝動，到一筆想清楚的交易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70992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「ETH 跌太多幫我全賣」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223760" y="174650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使用者的原話，不是選單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8541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2276856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查持倉 → 查行情 → 查你的歷史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2313432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工具鏈即時顯示 AI 在查什麼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437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43784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「2025-01-08 你也這樣全賣過，少賺 NT$312,924」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880360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個人化脈絡，不是通用警語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319272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410712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三方案：賣 25% / 全賣 / 先暫停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23760" y="3447288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金額、手續費、賣後集中度全部算好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886200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3977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 → 人按下去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23760" y="4014216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 60 秒有效，過期作廢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453128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5445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454456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 → 決策軌跡面板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458114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做過的每一步都攤開給你看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產品原則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不做決定。AI 把選項算好。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三個方案的每一個數字都是程式算的，LLM 只負責把它講成人話。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所以使用者換一種說話風格（陪伴／簡潔／分析），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數字一個都不會變——他不會換到不同的事實。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 AI 在這個系統裡「做不到」的事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不是提示詞叫它不要做。是架構上沒有那條路徑。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下單函式不在工具清單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execute_order 確實存在，但不在 LLM 的 TOOLS 清單、也不在執行分派表。模型看不到它，就算幻覺出這個名字也沒有東西會執行。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tools.py:21-105, 241-259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下單憑證 60 秒過期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只能產生確認卡，不能送單。憑證要人按，60 秒後自己失效，過期回 410。沒有「授權一次、之後自動」。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tools.py:19｜order.py:25,29,51-53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每一步都留痕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工具呼叫、產卡、確認、取消、過期、成交，六種事件 append-only 寫入。使用者當下就看得到，不是出事後才查得到。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audit.py:27-41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提示詞攔的是意圖，架構攔的是能力。 靠提示詞說「不要下單」，是在賭模型每次都聽話。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07/31 真錢實測：ETH/TWD 兩筆成交（#20720919534、#20721028463），MAX App 推播確認。其中一次使用者 1.7 秒內連按三次確認鈕——只成交一次，後兩次回 410。重放保護不是投影片上的宣稱，是真錢環境下擋下來的。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Serverless，決賽當天可在 1 小時內重新部署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7647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08760" y="17465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使用者（手機）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29514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58775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SPA — S3 + CloudFront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08760" y="284378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零建置：純 HTML + vanilla JS｜任一 API 掛掉自動切離線 mock 並明示標示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0" y="31181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107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08760" y="33924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　│　/health　│　/market　│　/order　│　/audit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508760" y="366674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(HttpApi) ＋ Lambda ×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40480" y="394106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7880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233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08760" y="421538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工具迴圈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08760" y="448970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日常／Sonnet 深度路由 ＋ 護欄 ＋ Audit 埋點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0480" y="476402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0176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05663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08760" y="503834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health_report　│　Bedrock KB（RAG）　│　DynamoDB（audit）　│　MAX Public API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1709928"/>
            <a:ext cx="3867912" cy="3895344"/>
          </a:xfrm>
          <a:prstGeom prst="roundRect">
            <a:avLst>
              <a:gd name="adj" fmla="val 1418"/>
            </a:avLst>
          </a:prstGeom>
          <a:solidFill>
            <a:srgbClr val="2A2440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2128" y="1837944"/>
            <a:ext cx="34655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能呼叫的工具（全部）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82128" y="2130552"/>
            <a:ext cx="34655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query_user_history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get_market_data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get_account_balance（唯讀）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calculate_trade_scenarios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prepare_order（只產確認卡）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query_knowledge（RAG）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882128" y="3813048"/>
            <a:ext cx="3465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✖ execute_order 不在 LLM 工具清單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82128" y="4197096"/>
            <a:ext cx="3465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 → MAX Private API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82128" y="4453128"/>
            <a:ext cx="346557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唯一能真的送單的路徑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前端零建置（純 HTML＋vanilla JS，沒有打包器）——決賽當天不會因為 build 掛掉而開天窗。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開發工具鏈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會下單的只有一條路，而它不在工具鏈上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實際是什麼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在產品 runtime 裡嗎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max-api-skill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 AI 看的 API 文件包——它不執行任何交易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max-mcp-server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開發期工具，接在 Kiro 裡查行情用；設定檔的 autoApprove 只給唯讀的 ticker／depth／kline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IDE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開發環境（spec／steering／task 執行）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OrderFunction → MAX Private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使用者按下確認後唯一真正送單的路徑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是，只有這條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這頁是修正：先前版本把 MAX Skill 標成執行模組。文件包不會下單。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證據：.kiro/settings/mcp.json（開發期設定，唯讀白名單）、backend/handlers/order.py:56（唯一送單點）。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為什麼要特別澄清：把開發工具畫進 runtime，等於把一個不存在的攻擊面畫給評審看——而我們整套安全敘事的地基就是「送單路徑只有一條」。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模型分工：貴的只用在該用的地方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單次成本（估算）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NT$0.3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深度歸因＋方案解釋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NT$2.2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混合平均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依意圖自動路由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NT$0.6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以上為估算（依 AWS 主控台現價推算），非實測計費。系統目前沒有量測成本的程式碼。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路由邏輯在 loop.py:60-67——看使用者這句話是不是深度問題，是才升級到 Sonnet。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為什麼金融數字不能讓 LLM 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手續費、賣後集中度、機會成本——全部由確定性程式計算。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算錯一次數字，使用者可能就照著它下了一筆真錢的單。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 LLM 算術出錯是已知的、機率性的、無法用提示詞根治的。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所以我們的分工是：程式負責對，模型負責讓人聽得懂。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費率不是抄來的：/api/v3/info 對這個帳號回傳 maker 0.0008／taker 0.0016，程式用的就是交易所自己回的值。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AI，這個產品不存在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誠實地逐項問一次：哪些部分其實不需要 AI？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712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產品的一部分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沒有生成式 AI 做得到嗎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行為健檢的數字（追高 65%、機會成本 26.6M）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那是 analysis/precompute.py 算的統計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三方案的金額、手續費、賣後集中度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scenarios.py 的確定性計算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聽懂「ETH 跌太多幫我全部賣掉」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那是自由語句，不是選單上的選項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在恐慌當下，把他自己的紀錄講成一句聽得進去的話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要把數據、個人歷史、當下情境編織成人話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同一組數字換三種語氣（陪伴／簡潔／分析）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數字不變，說法要變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「這是不是詐騙話術」的語意理解與語料檢索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意圖判讀 ＋ RAG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394960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5394960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所以我們沒有把 AI 用在算數字上——數字全部由程式算。AI 只做程式做不到的那一半。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AI，這產品會退化成一個儀表板。而儀表板攔不住正在恐慌的人——那個人不會在按下全賣之前先去看圖表。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四層攔截，任一層可獨立擋住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「不報明牌」不是一句承諾，是四個獨立的攔截點。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提示詞 ＋ ② 後端正則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系統提示明訂永不建議買賣特定標的；輸出再過一次正則，命中就整段換成安全回覆——不是遮字，因為遮一半會被腦補成建議。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loop.py:20｜guardrails.py:8-13, 79-100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前端 ＋ ④ Bedrock Guardrails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後端萬一漏了，畫面這關再擋一次。Bedrock Guardrails 的接點已就緒，設環境變數即疊加生效。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chat-core.js:26-31｜loop.py:109-115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還做了誤判防護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反詐教育內容本來就必須出現「保證獲利」這種詞——那是在教人辨識詐騙。沒有語境排除，護欄會擋掉自家的反詐功能，而且是靜默失敗。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guardrails.py:24-29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護欄設計不只要問「擋不擋得住壞的」，也要問「會不會擋掉好的」。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平台怎麼賺錢——不是只幫客戶省錢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收入線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為什麼成立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手續費放大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（今天就在收）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新手不敢下第一筆 → 陪跑；恐慌離場者 LTV 歸零 → 攔住＝保住未來手續費年金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交易所的收入核心是成交手續費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冷靜期導流 DCA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三方案的「暫停」導向既有定期定額產品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衝動單的手續費是一次性的，定投是年金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Premium 訂閱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損益歸因、年度健檢、行為提醒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第二曲線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行為引擎＋合規框架授權其他交易所／銀行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 VASP 專法後合規需求放大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上台順序建議：先講 ①（評審是交易所的人，手續費語言最直接），再用 ③④ 展示想像空間。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單位經濟學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一年攔住一筆衝動交易，就付得起十幾年的 AI 帳單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0136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NT$11,545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157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此帳戶平均每筆賣出的機會成本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NT$26,598,877 ÷ 2,304 筆賣出 ＝ NT$11,545／筆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4728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重度使用者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NT$60 / 月（估算）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攔住一筆衝動交易的價值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NT$11,545（此帳戶實算）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192 個月的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2303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52303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留存率每提高 1%，手續費增量遠大於整個 AI 帳單。 MaiMate 存在的目的是提高留存，不是省成本。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產品化路徑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掛在交易所旁邊的獨立服務，不是塞進主系統的模組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2727198"/>
                <a:gridCol w="2727198"/>
                <a:gridCol w="2727198"/>
                <a:gridCol w="27271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下單方式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主系統改動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 Web（S3+CloudFront）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API＋逐筆確認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內嵌「麥麥」分頁，前端即現有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零——只加一個入口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客戶自有 App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各交易所自有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升級迭代不動核心交易系統——這是可行性與合規的雙重賣點。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全程只做「讀資料＋產草稿＋留稽核」，執行永遠隔離在 LLM 之外，所以審計邊界天然清晰。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這頁有可點示意：開 host-app.html — MAX／MaiCoin 首頁多一個麥麥 icon，點下去麥麥就在 WebView 裡跑起來，左上角保留返回宿主 App 的箭頭。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現在就能跑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前端煙測全綠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含真·全斷網冷啟動實測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 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測試通過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護欄／三方案／模式／audit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支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全部部署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 / health / market / order / audit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建置步驟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前端純靜態，不會 build 失敗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 API 掛掉自動切離線 mock 並明示標示，Golden Path 照樣走完。刻意的例外：斷網時行情顯示「—」，不給假價格。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還沒做到的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這一頁存在的理由：前面每一條都有程式證據，這一頁才可信。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 尚未在主控台建立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程式接點已就緒，設環境變數即生效。目前實際是四層護欄而非五層——前四層仍各自獨立有效。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成本數字是估算，不是實測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系統沒有量測 AI 成本的程式碼。簡報上標的是估算值。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5020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附出處尚未穩定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2519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知識庫已建好、檢索正確、出處掛在 metadata 上；但模型是否把出處寫進回答仍有波動，連跑三次不是每次都過。已知不穩定，不是已知損壞。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完整清單在 docs/COMPLIANCE.md §5。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→ 對話 → 行動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github.com/giont565/MaiMate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MaiMate 提案簡報</dc:title>
  <dc:subject>PptxGenJS Presentation</dc:subject>
  <dc:creator>MaiMate 第五名</dc:creator>
  <cp:lastModifiedBy>MaiMate 第五名</cp:lastModifiedBy>
  <cp:revision>1</cp:revision>
  <dcterms:created xsi:type="dcterms:W3CDTF">2026-07-31T16:47:54Z</dcterms:created>
  <dcterms:modified xsi:type="dcterms:W3CDTF">2026-07-31T16:47:54Z</dcterms:modified>
</cp:coreProperties>
</file>