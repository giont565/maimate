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2026/07/21 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總覽：07/21 四引擎＋離線 Golden Path 劇本完成單元驗證，待 merge 部署整合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行為分析、Bedrock迴圈、部署上線、前端…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三方案、Profile、Audit、路由、Private簽章…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RAG、Guardrails、KYC、影片…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Private API 簽章仍未驗證（#4 最小成交前不算數）、/order 沒真跑過、07/21 新四引擎（三方案/Profile/Audit/路由）僅單元驗證未部署——寫好 ≠ 部署過 ≠ Golden Path 能走通。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07/19 迴圈已對真模型跑通（Haiku@us-east-1）——重心轉 confirm E2E・路由・三方案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隨迴圈上線；已加 key_findings 摘要（答非所問保險）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後端 07/19 完成上線（任務5）；待一次下單對話 E2E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意圖路由完成＋單元測；caching 開關待真環境驗證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三模式分類＋prompt 注入＋徽章切換完成；實測劇本待部署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引擎＋工具＋前端卡完成、18 項單元測綠；整合測試待部署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留痕＋/audit＋軌跡面板完成；DynamoDB 路徑待部署驗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SAM 部署上線；/chat /health /market 線上實測，/order 待 #4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Golden Path 離線劇本完成＋煙測（三方案→確認→軌跡）；真環境拔網路待驗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 成功（us-east-1 API+S3）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DEPLOY.md 已出稿（07/21，含檢查清單與速查表）；&lt;1hr 計時演練待做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離線劇本＋煙測已過（07/21）；真環境拔網路實測待做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 confirm 後端✅待E2E｜#5 路由✅待部署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#10 Profile 三模式——07/21 完成待部署實測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#11 三方案引擎——07/21 完成、單元測 18 項綠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B/D 接點就緒：KB_ID／GUARDRAIL_ID 環境變數設定即通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RAG 語料蒐集（防詐+教材；不進 git）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Bedrock KB＋S3 Vectors 建置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#9 query_knowledge 函式（交 A 註冊）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#12 audit＋/audit＋面板——07/21 完成，DynamoDB 待部署驗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#2 max_public：ticker✅ 07/19，kline/depth 待驗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#13 手機版 RWD（照 mockups 三畫面）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三方案卡渲染——07/21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模式徽章切換｜軌跡面板——07/21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麥麥視覺整合（成交切 BULLISH）——07/21 完成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部署上線 07/19（/order 冒煙待真單）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Guardrails｜🧪 #14 DEPLOY.md 已出稿、計時演練待做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✅=已交棒｜🧪=就緒待部署驗證｜🔨=待做（07/21 盤點）。流程圖版在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D：AWS 帳號＋Bedrock 開通（07/19）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首跑✅｜KB 建置｜SAM 部署✅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全員：Lv2 KYC＋Key（#3）——最上游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B：max_public 實測（#2）ticker✅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kline/depth 核對後全放心用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B：簽章對照核對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真下單前置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A：Bedrock 迴圈首跑（07/19）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已解鎖：#1 #5 #10 #11 全數開發完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B：KB 建置（#9，語料＋Bedrock KB）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KB_ID 環境變數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設定即通——query_knowledge 接點已就緒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A：audit＋/audit＋面板（07/21 代 B/C 完成）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GUARDRAIL_ID 環境變數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設定即通——掛載程式已就緒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A：#11／#10／#1 完成（07/21）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A：核心全完成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可測版本 tag＝PR #17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merge＋重部署後 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C：手機版＋元件（#13）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可操作前端（mock 煙測✅）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E2E＋真環境拔網路驗證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D：E2E 全線綠燈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預錄影片（#8）＋DEPLOY.md 演練（#14）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home/user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home/user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home/user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實作＋18 項單元測綠；「全賣」整合測試待部署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三模式分類＋注入＋切換完成；三模式截圖待部署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留痕＋/audit＋面板完成；Golden Path 驗收待部署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迴圈/護欄、Lambda×4、MAX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2026-07-21T14:30:06Z</dcterms:created>
  <dcterms:modified xsi:type="dcterms:W3CDTF">2026-07-21T14:30:06Z</dcterms:modified>
</cp:coreProperties>
</file>