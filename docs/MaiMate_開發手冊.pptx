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Bedrock 迴圈首跑（全案最優先）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 confirm 帶出｜#5 模型路由+caching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#10 Profile 引擎（徽章 UI 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#11 三方案計算（卡片渲染歸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的函式／掛 D 的 Guardrails／埋 audit 點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#12 audit.py＋/audit endpoint（A 埋點、C 面板）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 三 endpoint 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三方案卡渲染（吃 README §3 schema）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模式徽章＋切換｜決策軌跡面板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AWS 帳號＋Bedrock 開通（前置，第一件做）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SAM 首次部署＋Lambda×4 冒煙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 建立｜#14 部署演練+DEPLOY.md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 &lt;1hr、E2E 全過、六項決賽交付物齊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2026-07-19T14:17:14Z</dcterms:created>
  <dcterms:modified xsi:type="dcterms:W3CDTF">2026-07-19T14:17:14Z</dcterms:modified>
</cp:coreProperties>
</file>