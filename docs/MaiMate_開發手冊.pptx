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645920"/>
            <a:ext cx="5029200" cy="5029200"/>
          </a:xfrm>
          <a:prstGeom prst="ellipse">
            <a:avLst/>
          </a:prstGeom>
          <a:solidFill>
            <a:srgbClr val="16224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隊伍「第五名」團隊會議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MaiMate 開發手冊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0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狀態・分工・架構・成本・驗收・Kiro 教學——隊內唯一簡報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5852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C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2026/07/27 更新｜決賽 8/1–8/2｜文字完整版：repo 首頁 README.md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總覽：07/26 haoting777 交 C 包兩 PR（hero 卡＋Onboarding 五屏，煙測已代驗全綠）——四 PR 待 merge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EAF0F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F9D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已完成並驗證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行為分析、Bedrock迴圈、RAG KB、query_knowledge…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83280" y="160020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0" y="18288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3657600" y="2788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寫好但沒測過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0" y="32004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三方案、Profile、Audit、路由（已 merge 待重部署驗）…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60020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EAF0FB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18288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645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6492240" y="2788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待做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32004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Bedrock Guardrails、KYC、影片、簡報修正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52560" y="160020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EAF0FB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0" y="18288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B6C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9326880" y="2788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純測試項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326880" y="32004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E2E、雙層護欄、部署計時…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297680"/>
            <a:ext cx="11091672" cy="914400"/>
          </a:xfrm>
          <a:prstGeom prst="roundRect">
            <a:avLst>
              <a:gd name="adj" fmla="val 9000"/>
            </a:avLst>
          </a:prstGeom>
          <a:solidFill>
            <a:srgbClr val="FDF0EF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43484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5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最大隱藏風險：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今天就是 7/27：線上 wco1xm8zvl 仍是舊版，四 PR（#19 CI／#25 docs＋加拍／#26 hero／#28 Onboarding）全數待 merge。今晚唯一要事＝merge＋重部署＋E2E；#25 與 #26 撞 app.js，merge 順序見日報。距 7/31 code freeze 剩 4 天。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548640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本週原則：先讓 🧪 變 ✅（把寫好的測到能動），再開 🔨 新工。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核心（10 項）｜主責 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07/19 迴圈已對真模型跑通（Haiku@us-east-1）——重心轉 confirm E2E・路由・三方案</a:t>
            </a:r>
            <a:endParaRPr lang="en-US" sz="1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371600"/>
                <a:gridCol w="5212080"/>
                <a:gridCol w="1673352"/>
              </a:tblGrid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狀態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說明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參照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Converse tool-use 迴圈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9D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✅ 已驗證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07/19 線上跑通：真模型多輪工具呼叫＋引用真實數據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agent/loop.py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工具定義×5＋dispatch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9D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✅ 已驗證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隨迴圈上線；key_findings 摘要（答非所問保險）；KB_ID 設定時自動加掛 query_knowledge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agent/tools.py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prepare/execute 下單分離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🧪 寫好待測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架構完成，待端到端驗證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tools+order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程式層護欄（明牌/PII）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🧪 寫好待測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正則可測，未寫測試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guardrails.py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confirm 欄位帶出前端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🧪 寫好待測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後端 07/19 完成上線（任務5）；待一次下單對話 E2E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Haiku/Sonnet 路由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🧪 寫好待測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07/21 意圖路由完成＋單元測；caching 開關待真環境驗證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Bedrock Guardrails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6455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🔨 待做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程式層誤判修正二輪＋測試（PR #20/#23）；Bedrock 層主控台待建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#6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Profile Engine 簡版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🧪 寫好待測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07/21 三模式分類＋prompt 注入＋徽章切換完成；實測劇本待部署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#10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三方案生成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🧪 寫好待測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07/21 引擎＋工具＋前端卡完成、18 項單元測綠；整合測試待部署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#11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Audit Log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🧪 寫好待測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07/21 留痕＋/audit＋軌跡面板完成；DynamoDB 路徑待部署驗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#12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資料・RAG・API 整合（11 項）｜主責 B（Private E2E:D、KYC:全員）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371600"/>
                <a:gridCol w="5212080"/>
                <a:gridCol w="1673352"/>
              </a:tblGrid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狀態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說明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參照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CSV 解析＋行為指標預計算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9D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✅ 已驗證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10,000 筆，真數字已驗證（追高65%等）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analysis/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health_report.json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9D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✅ 已驗證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五組指標齊全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data/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setup.sh 環境檢查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9D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✅ 已驗證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已實測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scripts/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RAG 語料蒐集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🧪 寫好待測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初版語料已入 KB（護欄誤判由實測發現）；完整度待 B 確認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#9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Knowledge Base + S3 Vectors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9D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✅ 已驗證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07/22 KB 建成＋SAM 參數化＋IAM（PR #21，B 包）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#9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query_knowledge 工具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9D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✅ 已驗證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07/22 接上真 KB 實測；防詐語境誤判已修（PR #20）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#9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Lambda×5 handlers（×4 上線）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9D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✅ 已驗證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07/19 SAM×4 部署；/chat /health /market 線上實測；/audit 已寫好待重部署，/order 待 #4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handlers/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MAX Public API（快取+退避）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🧪 寫好待測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ticker 已線上實測（任務6）；kline/depth 待對文件核驗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MAX Private API（HMAC）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🧪 寫好待測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簽章未驗證——對照 max-mcp-server 核對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#4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CoinMarketCap 延伸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🧪 寫好待測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無金鑰自動略過，未測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thirdparty.py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全員 Lv2 KYC＋API Key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6455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🔨 待做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人工項，審核有等待期——最急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前端・部署・交付物（12 項）｜前端 C／部署交付 D</a:t>
            </a:r>
            <a:endParaRPr lang="en-US" sz="2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371600"/>
                <a:gridCol w="4937760"/>
                <a:gridCol w="1673352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狀態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說明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參照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桌機三欄 SPA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9D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✅ 已驗證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07/19 上線實測＋UX 修正（行情就地更新/氣泡渲染）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frontend/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離線 mock 備援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🧪 寫好待測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07/21 Golden Path 劇本＋07/26 加拍備援（三模式開場白/RAG 防詐）皆煙測綠；真環境拔網路待驗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app.js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手機版 RWD（Golden Path 動線）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6455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🔨 待做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haoting777 #26 hero 卡＋#28 Onboarding 五屏 open 中（07/27 煙測代驗全綠）；merge＋部署驗收待做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#13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三方案卡片／模式徽章／軌跡面板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🧪 寫好待測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07/21 完成＋mock 煙測綠（本表 07/27 補正歸類）；部署後真資料驗收待做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SAM 模板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9D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✅ 已驗證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07/19 首次 deploy 成功（us-east-1 API+S3）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infra/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自家 AWS 帳號＋Bedrock 開通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9D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✅ 已驗證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隊長帳號出線，Bedrock 已開通（07/19）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從零部署演練＋DEPLOY.md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🧪 寫好待測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DEPLOY.md 已出稿（07/21，含檢查清單與速查表）；&lt;1hr 計時演練待做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#14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提案簡報 16 頁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9D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✅ 已驗證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含評審兩題頁；視覺本機過一次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docs/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上手指南／架構文件／法規檢討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9D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✅ 已驗證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三份皆完成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docs/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整合簡報修正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6455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🔨 待做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Skill 標示＋補兩頁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#15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Demo 預錄影片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6455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🔨 待做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Phase 2 出 v1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#8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Kiro 加分證據集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6455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🔨 待做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補 Specs/task/MCP 截圖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測試清單（6 項）｜主責 D（E2E 全員配合）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寫好的程式都要過這關才算數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371600"/>
                <a:gridCol w="5212080"/>
                <a:gridCol w="167335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狀態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說明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參照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Bedrock 迴圈首次實跑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9D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✅ 已驗證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07/19 完成：Haiku 多工具對話、線上引用真實數據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已達成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Guardrails 雙層攔截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6CB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🔬 測試項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「推薦我買哪個幣」兩層各自單獨擋住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#6 後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憑證安全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6CB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🔬 測試項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token 過期/重放回 410；60 秒邊界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#1 #4 後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離線備援切換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6CB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🔬 測試項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Golden Path 離線劇本＋煙測已過（07/21）；真環境拔網路實測待做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部署後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E2E Golden Path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6CB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🔬 測試項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全賣→三方案→確認→最小額度成交→軌跡完整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幾乎全部後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從零部署計時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6CB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🔬 測試項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乾淨帳號 &lt;1 小時上線（決賽日保險）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#14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工作包 × 未完成工項（1/2）：A、B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31 條未完成工項全數入包，無漏接。🔨待做｜🧪寫好待測｜🔬純測試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4754880"/>
          </a:xfrm>
          <a:prstGeom prst="roundRect">
            <a:avLst>
              <a:gd name="adj" fmla="val 1731"/>
            </a:avLst>
          </a:prstGeom>
          <a:solidFill>
            <a:srgbClr val="EAF0F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A｜Agent 與方案引擎　4.5 天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地盤：backend/agent/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4937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1F9D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Bedrock 迴圈首跑——07/19 完成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🧪 tools dispatch／護欄 單元測試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🧪 prepare/execute 單元驗證（E2E 歸 D）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🧪 #1 confirm 後端✅待E2E｜#5 路由✅待部署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🧪 #10 Profile 三模式——07/21 完成待部署實測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🧪 #11 三方案引擎——07/21 完成、單元測 18 項綠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B/D 接點就緒：KB_ID／GUARDRAIL_ID 環境變數設定即通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508760"/>
            <a:ext cx="5440680" cy="4754880"/>
          </a:xfrm>
          <a:prstGeom prst="roundRect">
            <a:avLst>
              <a:gd name="adj" fmla="val 1731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B｜資料服務與 RAG　4 天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37960" y="2057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地盤：backend/integrations/ + analysis/ + 語料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37960" y="2423160"/>
            <a:ext cx="4937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🧪 #9 RAG 語料：初版已入 KB，完整度待確認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#9 Bedrock KB 建成＋SAM 參數化——07/22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#9 query_knowledge 接真 KB 實測——07/22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🧪 #12 audit＋/audit＋面板——07/21 完成，DynamoDB 待部署驗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#2 max_public：三 endpoint 正規化＋實測（PR #18）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🧪 max_private 簽章對照 max-mcp-server 核對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🧪 thirdparty CMC 冒煙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工作包 × 未完成工項（2/2）：C、D＋全員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選包：Slack #general 回覆先搶先贏，撞包自己聊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4160520"/>
          </a:xfrm>
          <a:prstGeom prst="roundRect">
            <a:avLst>
              <a:gd name="adj" fmla="val 1978"/>
            </a:avLst>
          </a:prstGeom>
          <a:solidFill>
            <a:srgbClr val="EAF0F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C｜前端與品牌　4 天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地盤：frontend/ + docs/mockups/ + docs/brand/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🔨 #13 RWD：haoting #26 hero 卡＋#28 Onboarding 待 merge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三方案卡渲染——07/21 完成（mock 煙測）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模式徽章切換｜軌跡面板——07/21 完成（mock 煙測）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麥麥視覺整合（成交切 BULLISH）——07/21 完成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🧪 SPA 瀏覽器全流程走查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🧪 離線 mock 拔網路實測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508760"/>
            <a:ext cx="5440680" cy="4160520"/>
          </a:xfrm>
          <a:prstGeom prst="roundRect">
            <a:avLst>
              <a:gd name="adj" fmla="val 1978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D｜整合部署與交付　4 天（多為測試/設定短項）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537960" y="2057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地盤：infra/ + docs/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37960" y="242316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1F9D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AWS 帳號＋Bedrock 開通——07/19 完成（隊長帳號）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SAM 部署上線 07/19（/order 冒煙待真單）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🔨 #6 Guardrails｜🧪 #14 DEPLOY.md 已出稿、計時演練待做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🔬 #4 Private E2E 成交｜憑證 410｜雙層護欄測試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🔬 E2E Golden Path 主導｜從零部署計時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🔨 #8 預錄影片｜#15 簡報修正＋Kiro 證據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585216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FFF4E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596188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全員：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#3 KYC＋Key、Kiro 設定、截圖存證、每天合回 main。</a:t>
            </a:r>
            <a:pPr indent="0" marL="0">
              <a:buNone/>
            </a:pPr>
            <a:r>
              <a:rPr lang="en-US" sz="115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跨包交接只有四條：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B→A 函式｜A→C schema｜D→A Guardrails ID｜A→D 可測版本 tag。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交棒地圖：哪個工項完成，交付給誰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✅=已交棒｜🧪=就緒待部署驗證｜🔨=待做（07/21 盤點）。流程圖版在 README §1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651760"/>
                <a:gridCol w="1234440"/>
                <a:gridCol w="4005072"/>
              </a:tblGrid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完成的工項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交付物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交給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對方拿去做什麼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✅ D：AWS 帳號＋Bedrock 開通（07/19）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4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帳號憑證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A／B／D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Bedrock 首跑✅｜KB 建置｜SAM 部署✅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🔨 全員：Lv2 KYC＋Key（#3）——最上游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4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各自 API Key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Private API E2E（#4）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🧪 B：max_public 實測（#2）ticker✅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4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可靠的行情工具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kline/depth 核對後全放心用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🔨 B：簽章對照核對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4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簽章確認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E2E 真下單前置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✅ A：Bedrock 迴圈首跑（07/19）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4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跑通的迴圈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 自己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已解鎖：#1 #5 #10 #11 全數開發完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✅ B：KB 建置（07/22，PR #21）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4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KB_ID 已入 SAM 參數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query_knowledge 已接上真 KB 實測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✅ A：audit＋/audit＋面板（07/21 代 B/C 完成）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4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audit schema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決策軌跡面板已接上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🔨 D：Guardrails 建立（#6）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4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GUARDRAIL_ID 環境變數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設定即通——掛載程式已就緒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✅ A：#11／#10／#1 完成（07/21）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4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scenarios/confirm schema（§3）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三方案卡・徽章・確認卡已接上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✅ A：核心全完成（07/22 PR #17 merge）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4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main 即可測版本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重部署後 E2E Golden Path 開跑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🧪 C：手機版＋元件（#13，haoting #26/#28 開發中）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4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可操作前端（mock 煙測✅）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PR merge → E2E＋真環境拔網路驗證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🔨 D：E2E 全線綠燈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4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綠燈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 自己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預錄影片（#8）＋DEPLOY.md 演練（#14）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🔨 D：影片＋部署 SOP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4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決賽武器包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全員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8/1 上場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3550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背四條就夠：B→A 函式｜A→C schema（已定義，C 先用假資料）｜D→A Guardrail ID｜A→D 可測版本 tag。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交接不打架的五條規則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rgbClr val="1622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15544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地盤制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566160" y="155448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每包只 commit 自己的目錄。要動別人的地盤 → 開 issue 給對方包，不直接改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578608"/>
            <a:ext cx="502920" cy="502920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578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48716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介面契約先行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3566160" y="248716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五支 API 格式寫死在 README §3——C 包照契約用假資料先做，不用等後端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511296"/>
            <a:ext cx="502920" cy="502920"/>
          </a:xfrm>
          <a:prstGeom prst="ellipse">
            <a:avLst/>
          </a:prstGeom>
          <a:solidFill>
            <a:srgbClr val="1F9D6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511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3419856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共用檔單一 owner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566160" y="3419856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tools.py／loop.py 歸 A；B 寫好函式由 A 註冊。infra 歸 D。誰的檔誰合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443984"/>
            <a:ext cx="502920" cy="50292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4439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4352544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每日回合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3566160" y="4352544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每天至少一次 pull --rebase ＋合回 main。衝突當天解，不隔夜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376672"/>
            <a:ext cx="502920" cy="50292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376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5285232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改介面要廣播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3566160" y="5285232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要改 README §3 先在 #dev 說，受影響的包點頭才動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功能 × 評分對應：你做的東西扛哪幾分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每個工作項都有明確的得分理由——做的時候朝著驗收方向做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920240"/>
                <a:gridCol w="5971032"/>
              </a:tblGrid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展示點（誰做的）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對應評分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分數怎麼拿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行為健檢真數字（A/B包）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創意 25 + 商業 20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評審給的資料挖出他們沒想到的洞察：追高65%、機會成本2,660萬——全場記憶點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三方案生成＋恐慌攔截（A包）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創意 25 + AI設計 15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「不只回答，還給可執行的選項」——別隊的 AI 是聊天，我們的是行動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Agent 工具鏈＋決策軌跡面板（A/B包）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AI設計 15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評分原文「上下文理解、主動分析數據、自動化執行交易決策」逐字對應，軌跡面板讓它看得見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Profile 三模式提醒強度（A/C包）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創意 25 + 商業 20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同一句話三種回應——個人化不是口號是 Demo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RAG 防詐/教材問答（B包）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切合度 10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官方資料源全用上：CSV+API+輿情+教材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確認卡＋Audit Log（A/D包）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商業 20 + 法遵敘事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「合規是系統設計」——對 MaiCoin 評審的信任牌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Private API 真實下單（D包）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加分 +5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Lv2 帳號＋最小額度真成交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Kiro spec-driven 開發（全員）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加分 +5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.kiro/ 目錄＋截圖證據集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離線備援＋預錄影片（C/D包）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完成度 10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現場網路掛掉照樣演完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成本效益＋限制揭露（簡報）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可行性 20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模型分工、rate limit 因應、金鑰權限——主動揭露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畫面對應：每個區塊是誰的作品、扛哪些分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291840" cy="4663440"/>
          </a:xfrm>
          <a:prstGeom prst="roundRect">
            <a:avLst>
              <a:gd name="adj" fmla="val 2500"/>
            </a:avLst>
          </a:prstGeom>
          <a:solidFill>
            <a:srgbClr val="F4F7FD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6916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手機版畫面（#13 改版後）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77240" y="2057400"/>
            <a:ext cx="2834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622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574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頂欄：麥麥＋模式徽章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2624328"/>
            <a:ext cx="28346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8A1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62432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健檢卡（橫向滑動）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3419856"/>
            <a:ext cx="28346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F9D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419856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9D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對話區（主畫面）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4901184"/>
            <a:ext cx="28346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D645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901184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45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三方案卡 / 確認卡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5833872"/>
            <a:ext cx="2834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B6C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583387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6C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 決策軌跡（摺疊）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1554480"/>
          <a:ext cx="752551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776472"/>
                <a:gridCol w="192024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畫面區塊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背後功能（工作包）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扛的分數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① 模式徽章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profile-engine（A）＋前端（C）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創意/商業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② 健檢卡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行為分析（✅）＋前端（C）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創意/商業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③ 對話回應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Agent 迴圈＋模型路由（A）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AI設計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④ 三方案卡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trade-scenarios（A）＋前端（C）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創意/AI設計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④ 確認卡→成交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order 流＋Private API（D）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加分+5/商業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⑤ 軌跡面板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audit-log（B）＋前端（C）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AI設計/法遵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（隱形）離線切換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mock 備援（C 驗證）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完成度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（隱形）RAG 問答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Knowledge Base（B）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切合度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548640" y="63550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原則：畫面上沒有任何一塊是裝飾——每個區塊都對應一個功能與至少一個評分項。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實際畫面：Golden Path 三階段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C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視覺 mockup＝C 包實作規格｜畫面中所有數字皆來自真實資料計算</a:t>
            </a:r>
            <a:endParaRPr lang="en-US" sz="1200" dirty="0"/>
          </a:p>
        </p:txBody>
      </p:sp>
      <p:pic>
        <p:nvPicPr>
          <p:cNvPr id="4" name="Image 0" descr="/home/user/MaiMate/docs/mockups/screen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2536" y="1325880"/>
            <a:ext cx="2240280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82496" y="62179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健檢首屏：健康分＋行為洞察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682496" y="651052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開場 10 秒抓住評審</a:t>
            </a:r>
            <a:endParaRPr lang="en-US" sz="950" dirty="0"/>
          </a:p>
        </p:txBody>
      </p:sp>
      <p:pic>
        <p:nvPicPr>
          <p:cNvPr id="7" name="Image 1" descr="/home/user/MaiMate/docs/mockups/screen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336" y="1325880"/>
            <a:ext cx="2240280" cy="4846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54296" y="62179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恐慌攔截：工具鏈＋三方案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4654296" y="651052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全場最重一擊（1/8 少賺 31 萬）</a:t>
            </a:r>
            <a:endParaRPr lang="en-US" sz="950" dirty="0"/>
          </a:p>
        </p:txBody>
      </p:sp>
      <p:pic>
        <p:nvPicPr>
          <p:cNvPr id="10" name="Image 2" descr="/home/user/MaiMate/docs/mockups/screen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6136" y="1325880"/>
            <a:ext cx="2240280" cy="4846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26096" y="62179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確認卡→成交→決策軌跡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7626096" y="651052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有手，方向盤在人手上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Golden Path 分鏡：90 秒，評審每一刻看到什麼</a:t>
            </a:r>
            <a:endParaRPr lang="en-US" sz="27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114800"/>
                <a:gridCol w="3931920"/>
                <a:gridCol w="167335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步驟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畫面上發生的事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評審看點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對應評分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24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 開場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健檢首屏：追高 65%、機會成本 2,660 萬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「這數字哪來的？」→ 評審自己給的資料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創意 25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24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 使用者輸入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「ETH 跌太多，幫我全部賣掉」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真實的恐慌場景，不是安排好的軟球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商業 20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24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2. AI 思考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畫面顯示工具呼叫中：查持倉→查行情→查歷史→判斷模式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AI 不是憑感覺，先查資料——看得見的推理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AI設計 15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24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 三方案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三張卡：賣25%／全賣／暫停，各附損益・手續費・集中度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數字由程式算，AI 只負責講人話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創意+AI+可行性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24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4. 恐慌提醒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「1/8 你也是這樣，那次少賺 31 萬」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用使用者自己的歷史說服他——全場最重一擊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創意 25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24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5. 確認→成交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選「賣25%」→ 確認卡 → 按下確認 → 真實成交、健檢更新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AI 有手但方向盤在人手上；真下單（Lv2）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加分+5/商業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24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6. 收尾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點開決策軌跡面板：完整工具呼叫與訂單生命週期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「合規不是聲明，是系統設計」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AI設計/法遵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603504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備援：任一步掛掉 → 離線 mock 接手繼續演；全掛 → 切預錄影片。演練時每步都要練過備援切換。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系統架構成本明細：這套東西到底花多少錢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單價以 AWS 主控台現價估算；serverless＝用多少付多少，不用先繳月費</a:t>
            </a:r>
            <a:endParaRPr lang="en-US" sz="12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651760"/>
                <a:gridCol w="2286000"/>
                <a:gridCol w="1737360"/>
                <a:gridCol w="1673352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元件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計費方式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賽前開發期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決賽 Demo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千人規模/月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Bedrock 模型（Haiku/Sonnet）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依 token 計價＋prompt caching 一折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24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≈NT$300（約500次測試對話）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24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&lt;NT$100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24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依用量：重度用戶≈NT$60/人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Lambda ×5＋API Gateway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依請求數；免費額度 100 萬次/月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24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≈NT$0（免費額度內）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24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≈NT$0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24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&lt;NT$500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DynamoDB（憑證/審計/session）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on-demand 依讀寫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24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≈NT$0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24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≈NT$0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24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&lt;NT$300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S3＋CloudFront（前端/資料）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儲存＋流量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24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&lt;NT$30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24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&lt;NT$30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24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&lt;NT$500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Knowledge Base＋S3 Vectors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embedding 一次性＋向量儲存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24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&lt;NT$50（語料小）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24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查詢零頭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24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&lt;NT$700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MAX API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呼叫免費；成交才收手續費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24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NT$0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24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最小額度手續費 &lt;NT$10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24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使用者自付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Kiro（開發工具）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黑客松贈點 2000/人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24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NT$0（贈點內）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24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NT$0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24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—（開發工具）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66928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EAF0FB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577900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9D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全隊賽前總花費 &lt; NT$500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（幾乎只有 Bedrock 測試呼叫）；千人規模基礎設施 &lt; NT$3,000/月＋模型依用量——本頁同時是可行性 20% 的簡報素材。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成本效益：我們主動避開的三個坑，和一句話的價值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20440" cy="2651760"/>
          </a:xfrm>
          <a:prstGeom prst="roundRect">
            <a:avLst>
              <a:gd name="adj" fmla="val 3103"/>
            </a:avLst>
          </a:prstGeom>
          <a:solidFill>
            <a:srgbClr val="16224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91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向量庫選 S3 Vectors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A5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✘ 預設 OpenSearch Serverless 最低月費 ≈ NT$1 萬起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E5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✔ S3 Vectors 幾十元搞定小語料——省 9 成以上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297680" y="1463040"/>
            <a:ext cx="3520440" cy="2651760"/>
          </a:xfrm>
          <a:prstGeom prst="roundRect">
            <a:avLst>
              <a:gd name="adj" fmla="val 3103"/>
            </a:avLst>
          </a:prstGeom>
          <a:solidFill>
            <a:srgbClr val="16224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0" y="1691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 serverless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0" y="224028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A5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✘ EC2/容器要付閒置時間＋有人要顧機器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E5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✔ Lambda 用多少付多少；30 小時裡零運維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046720" y="1463040"/>
            <a:ext cx="3520440" cy="2651760"/>
          </a:xfrm>
          <a:prstGeom prst="roundRect">
            <a:avLst>
              <a:gd name="adj" fmla="val 3103"/>
            </a:avLst>
          </a:prstGeom>
          <a:solidFill>
            <a:srgbClr val="16224D"/>
          </a:solidFill>
          <a:ln/>
        </p:spPr>
      </p:sp>
      <p:sp>
        <p:nvSpPr>
          <p:cNvPr id="10" name="Text 8"/>
          <p:cNvSpPr/>
          <p:nvPr/>
        </p:nvSpPr>
        <p:spPr>
          <a:xfrm>
            <a:off x="8321040" y="1691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模型分層＋快取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21040" y="224028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A5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✘ 全用大模型：每次對話 ≈ NT$2.2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E5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✔ Haiku 日常＋Sonnet 深度＋prompt caching → 混合 &lt;NT$0.6/次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434840"/>
            <a:ext cx="11091672" cy="1737360"/>
          </a:xfrm>
          <a:prstGeom prst="roundRect">
            <a:avLst>
              <a:gd name="adj" fmla="val 4737"/>
            </a:avLst>
          </a:prstGeom>
          <a:solidFill>
            <a:srgbClr val="22315E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617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價值錨點（上台就講這句）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5029200"/>
            <a:ext cx="10360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每次對話 &lt;NT$0.6；這個帳戶平均每筆賣出的機會成本 NT$11,480。</a:t>
            </a:r>
            <a:endParaRPr lang="en-US" sz="16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一年只要攔下「一筆」衝動交易，就抵掉這位用戶 16 年的 AI 成本。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Kiro 部署｜每人一次設定（約 15 分鐘）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認領工作包後，先把這頁做完才開工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502920" cy="502920"/>
          </a:xfrm>
          <a:prstGeom prst="ellipse">
            <a:avLst/>
          </a:prstGeom>
          <a:solidFill>
            <a:srgbClr val="16224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27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5544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下載安裝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108960" y="155448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kiro.dev 下載（Mac/Windows）。介面就是 VS Code，不用重學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96312"/>
            <a:ext cx="502920" cy="502920"/>
          </a:xfrm>
          <a:prstGeom prst="ellipse">
            <a:avLst/>
          </a:prstGeom>
          <a:solidFill>
            <a:srgbClr val="16224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96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4231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108960" y="242316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用自己的 Google 帳號。帳號與額度不能共用（主辦規定，違者取消資格）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364992"/>
            <a:ext cx="502920" cy="502920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364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2918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兌換額度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108960" y="329184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輸入兌換碼 GenAIHack26 → 頭像選單看到 Bonus Credits 2000 即成功，截圖存證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233672"/>
            <a:ext cx="502920" cy="502920"/>
          </a:xfrm>
          <a:prstGeom prst="ellipse">
            <a:avLst/>
          </a:prstGeom>
          <a:solidFill>
            <a:srgbClr val="1F9D6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233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41605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開啟專案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108960" y="41605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 clone github.com/giont565/MaiMate → Kiro「Open Folder」選 MaiMate 資料夾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102352"/>
            <a:ext cx="502920" cy="502920"/>
          </a:xfrm>
          <a:prstGeom prst="ellipse">
            <a:avLst/>
          </a:prstGeom>
          <a:solidFill>
            <a:srgbClr val="1F9D66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102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50292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確認載入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108960" y="502920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左側出現 Specs 面板（5 個 spec）＝.kiro/ 讀取成功；跑 bash scripts/setup.sh 檢查環境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598932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疑難：登入卡住→換瀏覽器完成 OAuth；Specs 面板沒出現→確認開的是 MaiMate 根目錄不是上層資料夾。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Kiro 開發｜.kiro 目錄就是團隊大腦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打開專案它就懂我們的規矩——不用自己記紅線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1672" cy="1280160"/>
          </a:xfrm>
          <a:prstGeom prst="roundRect">
            <a:avLst>
              <a:gd name="adj" fmla="val 6429"/>
            </a:avLst>
          </a:prstGeom>
          <a:solidFill>
            <a:srgbClr val="EAF0F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.kiro/steering/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1762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自動載入的團隊約定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60520" y="1664208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product.md 紅線（不報明牌/下單必確認）、data-schema.md 欄位與 API 格式、tech.md 架構規範。Kiro 生成的每行程式都遵守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11091672" cy="1280160"/>
          </a:xfrm>
          <a:prstGeom prst="roundRect">
            <a:avLst>
              <a:gd name="adj" fmla="val 6429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108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.kiro/specs/&lt;功能&gt;/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5935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五個功能規格（三件套）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60520" y="3081528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requirements.md 驗收條件（EARS）→ design.md 設計 → tasks.md 任務清單。已備：chat-agent、behavior-engine、order-flow、profile-engine、trade-scenarios、audit-log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389120"/>
            <a:ext cx="11091672" cy="1280160"/>
          </a:xfrm>
          <a:prstGeom prst="roundRect">
            <a:avLst>
              <a:gd name="adj" fmla="val 6429"/>
            </a:avLst>
          </a:prstGeom>
          <a:solidFill>
            <a:srgbClr val="EAF0F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526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.kiro/settings/mcp.json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50109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MAX MCP 接入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60520" y="4498848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REPLACE_WITH_LOCAL_PATH 改成本機 clone 的 max-mcp-server 路徑；金鑰走環境變數。之後對 Kiro 說「查 BTC 現價」它直接打 MAX API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98932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Steering 寫得越清楚，Kiro 來回修正越少——這就是我們省 credit 的主要手段。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Kiro 開發｜日常循環：領任務 → 開分支 → Kiro 做 → 合回去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581912"/>
            <a:ext cx="502920" cy="502920"/>
          </a:xfrm>
          <a:prstGeom prst="ellipse">
            <a:avLst/>
          </a:prstGeom>
          <a:solidFill>
            <a:srgbClr val="1622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81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15087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領任務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926080" y="150876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Issues 認領（開會分配的工作包），Slack #dev 說一聲避免撞車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502920" cy="502920"/>
          </a:xfrm>
          <a:prstGeom prst="ellipse">
            <a:avLst/>
          </a:prstGeom>
          <a:solidFill>
            <a:srgbClr val="16224D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41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368296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開分支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26080" y="2368296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 checkout -b feat/任務名（從最新 main 開）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300984"/>
            <a:ext cx="502920" cy="502920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3009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3227832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Kiro 執行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926080" y="3227832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Specs 面板 → 對應 spec → tasks → 點「Start task」。Kiro 讀 requirements+design 上下文動手改碼；做完自己看 diff 再收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502920" cy="502920"/>
          </a:xfrm>
          <a:prstGeom prst="ellipse">
            <a:avLst/>
          </a:prstGeom>
          <a:solidFill>
            <a:srgbClr val="1F9D6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4087368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926080" y="4087368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跑該 spec tasks.md 的驗收條件（單元測試/劇本），過了才算完成、打勾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020056"/>
            <a:ext cx="502920" cy="502920"/>
          </a:xfrm>
          <a:prstGeom prst="ellipse">
            <a:avLst/>
          </a:prstGeom>
          <a:solidFill>
            <a:srgbClr val="1F9D66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0200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4946904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合回去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926080" y="4946904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 pull --rebase → push → PR（賽前）或直合（決賽現場求快）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806440"/>
            <a:ext cx="11091672" cy="685800"/>
          </a:xfrm>
          <a:prstGeom prst="roundRect">
            <a:avLst>
              <a:gd name="adj" fmla="val 12000"/>
            </a:avLst>
          </a:prstGeom>
          <a:solidFill>
            <a:srgbClr val="FFF4E0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5897880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要開 spec 沒涵蓋的新功能時：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先對 Kiro 說「幫我為 XX 建立 spec」，人審過 requirements 再讓它動手——規格便宜，返工很貴。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Kiro｜Credit 紀律與雷區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2000 點只發一次、用完不補——全隊共同資產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023360"/>
          </a:xfrm>
          <a:prstGeom prst="roundRect">
            <a:avLst>
              <a:gd name="adj" fmla="val 2045"/>
            </a:avLst>
          </a:prstGeom>
          <a:solidFill>
            <a:srgbClr val="EAF0F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預算分配（每人）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2331720"/>
            <a:ext cx="475488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40487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練習期（～7/22）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931920" y="2404872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≤ 300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68680" y="3291840"/>
            <a:ext cx="475488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36499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開發期（7/23–31）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931920" y="3364992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~ 1000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68680" y="4251960"/>
            <a:ext cx="475488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32511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決賽保底（8/1–2）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931920" y="4325112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45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≥ 700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63640" y="1554480"/>
            <a:ext cx="5394960" cy="4023360"/>
          </a:xfrm>
          <a:prstGeom prst="roundRect">
            <a:avLst>
              <a:gd name="adj" fmla="val 2045"/>
            </a:avLst>
          </a:prstGeom>
          <a:solidFill>
            <a:srgbClr val="FDF0EF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17830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45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四個雷區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83680" y="233172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Autopilot 只在跑定義好的 task 時開——探索、跟課、隨便問問一律關，它會自主連跑燒點數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小改動自己動手改，讓 Kiro 做「一個 task 一次到位」的活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同一個問題別在 Kiro 裡反覆重試——換個問法前先想清楚要什麼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頭像選單隨時看剩餘點數；低於個人決賽保底就停手回報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585216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加分項證據：過程隨手截 Specs 面板／task 執行／MCP 查行情畫面，丟 Drive「Kiro證據」資料夾。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驗收總覽：十組清單，打勾才算數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逐條版在 README §4——完成一項就去那裡打勾</a:t>
            </a:r>
            <a:endParaRPr lang="en-US" sz="12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600200"/>
                <a:gridCol w="1051560"/>
                <a:gridCol w="6519672"/>
              </a:tblGrid>
              <a:tr h="4434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驗收組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負責包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狀態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關鍵驗收（一句話版）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4.1 行為分析引擎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24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B（已完）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9D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✅ 已全過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真實資料四項指標全數驗證（65%／2,660萬／31萬／14.2%）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4.2 對話 Agent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24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A（E2E:D）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進行中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個人問題引數字、行情附時間、明牌不給、confirm 帶出、≤8 輪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4.3 三方案引擎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24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A（卡片:C）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單元過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07/21 實作＋18 項單元測綠；「全賣」整合測試待部署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4.4 Profile Engine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24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A（UI:C）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單元過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07/21 三模式分類＋注入＋切換完成；三模式截圖待部署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4.5 授權下單流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24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D（單元:A）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待驗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60s 憑證單次有效、過期重放 410、最小額度真成交一次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4.6 RAG 知識庫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24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B（註冊:A）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D6455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待做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KB+S3 Vectors、回答附出處、語料不進 git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4.7 Audit Log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24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B（埋點:A 面板:C）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單元過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07/21 留痕＋/audit＋面板完成；Golden Path 驗收待部署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4.8 前端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24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D6455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待做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照 mockups 三畫面實作、拔網路 mock 自動接手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4.9 安全與法遵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24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D（掛載:A）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設計已定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四紅線＝四個架構決策，兩層護欄各自能單獨擋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4.10 部署與交付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24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進行中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07/19 首次部署上線；從零 &lt;1hr 演練、E2E、六項交付物待做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目前成果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94960" cy="4754880"/>
          </a:xfrm>
          <a:prstGeom prst="roundRect">
            <a:avLst>
              <a:gd name="adj" fmla="val 1731"/>
            </a:avLst>
          </a:prstGeom>
          <a:solidFill>
            <a:srgbClr val="16224D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6459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已驗證的真實洞察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2148840"/>
            <a:ext cx="47548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AF0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追高 65%（2,350 筆買入）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AF0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殺低僅 34.1% —— 非恐慌型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AF0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年度機會成本 NT$26,598,877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AF0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最痛單筆 1/8 DOGE 少賺 NT$312,924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AF0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下跌後出金僅 14.2%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AF0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最活躍 2025-05／08（各 416 筆）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63640" y="1417320"/>
            <a:ext cx="5394960" cy="4754880"/>
          </a:xfrm>
          <a:prstGeom prst="roundRect">
            <a:avLst>
              <a:gd name="adj" fmla="val 1731"/>
            </a:avLst>
          </a:prstGeom>
          <a:solidFill>
            <a:srgbClr val="22315E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16459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已完成的資產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0" y="2148840"/>
            <a:ext cx="4800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AF0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程式骨架：Agent 迴圈/護欄、Lambda×5、MAX 整合、前端 SPA、SAM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AF0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.kiro/：steering×3＋specs×6＋MCP 設定（+5% 證據）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AF0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設計：三張 Demo 畫面＋麥麥像素吉祥物三態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AF0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簡報：提案簡報（評審版）＋本手冊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AF0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環境：repo＋Issues×15＋Slack＋Drive＋setup.sh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63550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0C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唯一文件：github.com/giont565/MaiMate（README）——驗收打勾、改介面、改範圍都在那裡。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時間軸：賽前做完，決賽只上架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E8A13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5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～7/22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331720" y="14630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定案與就位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434840" y="146304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4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KYC・環境設定・AWS帳號・架構拍板・#1 #2 開工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395728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E8A13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9572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5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7/23–27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331720" y="239572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核心構建週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34840" y="2395728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4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Golden Path 全鏈路＋RAG＋手機版；7/27 晚自家 AWS 跑通全程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328416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1F9D6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328416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7/28–30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331720" y="3328416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整合排練週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34840" y="3328416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4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E2E・離線備援・預錄影片 v1・簡報定稿・pitch 兩輪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261104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2B6CB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261104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7/31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331720" y="4261104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凍結日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434840" y="4261104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4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code freeze・DEPLOY.md 定稿・部署演練・早睡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193792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D64550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193792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8/1–8/2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331720" y="519379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決賽 30hr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434840" y="5193792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4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官方環境重部署(1hr)・現場調整・最終錄影・上台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62636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C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Kiro credit 紀律：練習 ≤300／開發 ~1000／決賽保底 700（只發一次不補）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2026-07-27T00:12:33Z</dcterms:created>
  <dcterms:modified xsi:type="dcterms:W3CDTF">2026-07-27T00:12:33Z</dcterms:modified>
</cp:coreProperties>
</file>