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2026/07/21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總覽：07/21 四引擎完成單元驗證（三方案/Profile/Audit/路由），待部署整合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行為分析、Bedrock迴圈、部署上線、前端…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三方案、Profile、Audit、路由、Private簽章…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RAG、Guardrails、KYC、影片…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簽章仍未驗證（#4 最小成交前不算數）、/order 沒真跑過、07/21 新四引擎（三方案/Profile/Audit/路由）僅單元驗證未部署——寫好 ≠ 部署過 ≠ Golden Path 能走通。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隨迴圈上線；已加 key_findings 摘要（答非所問保險）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 部署上線；/chat /health /market 線上實測，/order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離線劇本完成＋煙測（三方案→確認→軌跡）；真環境拔網路待驗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max_public：ticker✅ 07/19，kline/depth 待驗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進來的箭頭＝你在等什麼；出去的箭頭＝誰在等你。流程圖版在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D：AWS 帳號＋Bedrock 開通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首跑｜KB 建置｜SAM 部署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全員：Lv2 KYC＋Key（#3）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B：max_public 實測（#2）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get_market_data 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A：Bedrock 迴圈首跑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解鎖 #1 #5 #10 #11 開發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B：query_knowledge＋audit.py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函式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註冊進 tools＋loop 埋點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B：/audit endpoint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 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loop 掛載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A：#11／#10／#1 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三方案卡・徽章・確認卡接真資料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E2E＋離線備援驗證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2026-07-21T12:18:03Z</dcterms:created>
  <dcterms:modified xsi:type="dcterms:W3CDTF">2026-07-21T12:18:03Z</dcterms:modified>
</cp:coreProperties>
</file>