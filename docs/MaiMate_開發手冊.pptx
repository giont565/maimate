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2026/07/28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總覽：五 PR 全數 merge，main＝完整決賽版——只剩「部署上去、照表測完」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行為分析、Bedrock迴圈、RAG KB、query_knowledge…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三方案、Profile、Audit、路由、RWD＋Onboarding（全在 main，待部署驗）…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Guardrails、KYC、影片、簡報修正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程式碼已無 blocker：#19/#26/#28/#25/#30 全數進 main（07/27–28）。剩下全是「人要做的事」——①跑 CSV 重產 health_report（#27/#29）②重部署（三個 API_BASE＋兩支 Lambda 金鑰）③照 docs/TEST_CHECKLIST.md 打勾。距 7/31 code freeze 剩 3 天。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五組指標齊全並驗證；realized_pnl＋#29 三聚合值程式已就緒，待跑 CSV 重產（#27/#29）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KB 建成＋SAM 參數化＋IAM（PR #21，B 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接上真 KB 實測；防詐語境誤判已修（PR #20）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handlers（×4 上線）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SAM×4 部署；/chat /health /market 線上實測；/audit 已寫好待重部署，/order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RWD＋Onboarding 五屏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haoting777 #26 健康分 hero 卡＋#28 入口/授權/問卷/分析/Profile 已 merge（07/27，四組煙測全綠）；部署驗收待做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完成＋mock 煙測綠（本表 07/27 補正歸類）；部署後真資料驗收待做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 SOP＋驗收清單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DEPLOY.md（07/28 修正 API_BASE 三處陷阱）＋TEST_CHECKLIST.md A–G 段已出稿；&lt;1hr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寫好的程式都要過這關才算數——逐項操作步驟見 docs/TEST_CHECKLIST.md（A–G 段）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全賣→三方案→確認→最小額度成交→軌跡完整（TEST_CHECKLIST D 段 18 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RWD＋Onboarding：#26/#28 已 merge，待部署驗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DEPLOY＋TEST_CHECKLIST 已出稿、演練待做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✅=已交棒｜🧪=就緒待部署驗證｜🔨=待做（07/21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全員：Lv2 KYC＋Key（#3）——最上游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C：RWD＋Onboarding 已交（#26/#28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可操作前端（四組煙測✅）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只等部署→E2E＋拔網路驗證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全線綠燈（照 TEST_CHECKLIST）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預錄影片（#8）＋部署計時演練（#14）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2026-07-28T03:40:21Z</dcterms:created>
  <dcterms:modified xsi:type="dcterms:W3CDTF">2026-07-28T03:40:21Z</dcterms:modified>
</cp:coreProperties>
</file>