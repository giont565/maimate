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2026/07/29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總覽：上線實測抓出三個「線上必定失敗」的結構性 bug——都修好了，但還沒部署上去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行為分析、Bedrock迴圈、RAG KB、MAX 簽章、確認卡…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三方案、Profile、Audit、路由、RWD（線上跑的仍是舊版）…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Guardrails、全員 KYC、影片、簡報修正、Kiro 證據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修好了 ≠ 上線了。07/28–29 部署後實測抓到三個結構性 bug（簽章 2014／volume 空字串／確認憑證沒寫進 DynamoDB＝線上按確認必定 410），修正全在 PR #33 未 merge——**線上此刻跑的仍是壞版本**。下一步只有一條路：merge → sam deploy → 重設兩支 Lambda 金鑰 → 跑 TEST_CHECKLIST D 段。距 7/31 code freeze 剩 2 天。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07/29 線上實測：確認卡確實出現，但按下去必定 410——三個斷點已修，待重部署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補齊兩個致命缺口：憑證改寫進 DynamoDB（原本只存 ChatFunction 記憶體、OrderFunction 讀不到＝必 410）＋volume_twd→下單量換算；待重部署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線上實測確認卡確實跳出（D 段走查，並據此修好 TTL 文案／取消留痕）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整合（12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已用官方 CSV 重產並進 main：已實現損益 +117,482（981勝/493負）、最痛真虧僅 963；三聚合值齊全（#27/#29 已解）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KB 建成＋SAM 參數化＋IAM（PR #21，B 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接上真 KB 實測；防詐語境誤判已修（PR #20）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 全數上線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五支皆部署：/chat /health /market /audit 線上實測皆正常（/audit 不再 404）；/order 待真單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 簽章（HMAC）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對真 API 實測通過（/api/v3/info 回 level:2）。2014 真因＝MAX 先比對「payload 解碼後 == request body」再驗簽章，GET 也必須送 body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下單 place_order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volume 換算＋憑證持久化已補；線上跑的仍是 2014 舊版，最小額度真單待重部署後執行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 07/29 已驗證通過（level:2，權限「個人及帳戶[讀取]」）；其餘隊員未回報——加分證據五張截圖也還沒存 Drive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RWD＋Onboarding 五屏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已部署上線，D1–D4 過（健康分圓環正常、顯示 +NT$117,482）；D5–D18＋E 段五屏未測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實測抓到「推薦卡看起來可點卻沒反應」已修為 role=button；重部署後複驗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deploy＋07/28 重部署成功（stack maimate，五支 Lambda 全上）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 SOP＋驗收清單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實戰後再修：重部署會洗掉手動金鑰、macOS sed 要空引號、CLI --environment 會清空模板變數；deploy-drill spec 17 項可交 Kiro 跑；&lt;1hr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寫好的程式都要過這關才算數——逐項操作步驟見 docs/TEST_CHECKLIST.md（A–G 段）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過期／重放／未知 token 皆回 410 已有回歸測試（tests/test_order_flow.py）；線上 DynamoDB 路徑待重部署驗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全賣→三方案→確認→最小額度成交→軌跡完整（TEST_CHECKLIST D 段 18 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#1 confirm 確認卡 07/29 線上實測跳出｜🧪 #5 路由待部署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max_private 簽章 07/29 對真 API 實測通過（level:2）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RWD＋Onboarding：07/28 已上線，D1–D4 過、D5–D18 未測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重部署 07/28 全站上線（/order 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 已依實戰修正、計時演練待做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✅=已交棒｜🧪=就緒待部署驗證｜🔨=待做（07/29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全員：Lv2 KYC＋Key（#3）隊長已通過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E2E（#4）——其餘隊員待辦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A：簽章 2014 解決（07/29 實測 level:2）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可用的 Private API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只差重部署即可跑最小額度真單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C：RWD＋Onboarding 已交（#26/#28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可操作前端（四組煙測✅）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只等部署→E2E＋拔網路驗證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全線綠燈（照 TEST_CHECKLIST）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預錄影片（#8）＋部署計時演練（#14）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整合排練週（現在）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07/28 上線＋D 段實測抓三個結構性 bug；剩：重部署驗證・E2E・影片・pitch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2026-07-29T00:10:03Z</dcterms:created>
  <dcterms:modified xsi:type="dcterms:W3CDTF">2026-07-29T00:10:03Z</dcterms:modified>
</cp:coreProperties>
</file>