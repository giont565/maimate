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2026/07/19｜決賽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總覽：repo 看起來很滿，驗證過的只有 8 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行為分析、文件、環境腳本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Agent迴圈、API串接、SAM…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RAG、三方案、Profile、手機版…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迴圈從沒對真實 Bedrock 跑過、Private API 簽章沒驗證過、SAM 從沒 deploy 過——「寫好」不等於「能動」。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首跑是全案最優先——唯一沒碰過真傢伙的核心路徑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程式完成，從沒對真實 Bedrock 跑過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迴圈把確認卡帶給 handler 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 prompt caching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行為推斷三模式→提醒強度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核心，確定性計算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工具+訂單留痕＋軌跡面板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未部署未打過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路徑需對官方文件核對後實測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寫好，未在瀏覽器完整走過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機制寫好，fallback 未驗證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從未實際 deploy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多條線的前置——今天定誰出帳號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目標&lt;1hr，7/31 前至少一次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項）— 需要一位「測試主導」認領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對真模型完成一次多工具對話——全案最優先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需AWS帳號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拔網路 mock 自動接手＋UI 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Bedrock 迴圈首跑（全案最優先）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 confirm 帶出｜#5 模型路由+caching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#10 Profile 引擎（徽章 UI 歸 C）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#11 三方案計算（卡片渲染歸 C）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註冊 B 的函式／掛 D 的 Guardrails／埋 audit 點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RAG 語料蒐集（防詐+教材；不進 git）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Bedrock KB＋S3 Vectors 建置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query_knowledge 函式（交 A 註冊）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#12 audit.py＋/audit endpoint（A 埋點、C 面板）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#2 max_public 三 endpoint 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max_private 簽章對照 max-mcp-server 核對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#13 手機版 RWD（照 mockups 三畫面）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三方案卡渲染（吃 README §3 schema）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模式徽章＋切換｜決策軌跡面板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麥麥視覺整合（成交切 BULLISH）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AWS 帳號＋Bedrock 開通（前置，第一件做）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SAM 首次部署＋Lambda×4 冒煙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 建立｜#14 部署演練+DEPLOY.md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workspace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workspace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workspace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×4＋API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779983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三方案數字全由程式算、費率附來源、相容 prepare_order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確定性分三模式、同句話三種回應肉眼可辨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工具+訂單全留痕、軌跡可還原、append-only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 &lt;1hr、E2E 全過、六項決賽交付物齊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迴圈/護欄、Lambda×4、MAX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2026-07-19T14:14:36Z</dcterms:created>
  <dcterms:modified xsi:type="dcterms:W3CDTF">2026-07-19T14:14:36Z</dcterms:modified>
</cp:coreProperties>
</file>