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2026/07/29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總覽：下單鏈路已上線並自動驗過 21 項——但 RAG 知識庫在線上是掛的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行為分析、Bedrock迴圈、MAX 簽章、確認卡、決策軌跡、程式層護欄…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Profile、路由、離線備援、RWD D5–D18、真實下單…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 KB 重建(#34)、Guardrails、全員 KYC、影片、簡報、Kiro 證據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 知識庫在線上是掛的（#34）：Bedrock 回「KB DSIYBVI1IX 不存在」，模型改用一般知識回答——**畫面看不出異常，只是安靜地少掉「附出處」這個賣點**，而 F3 是評分紅線。這種「優雅降級」的壞法最危險：不跑驗收就發現不了。修法要 B 包重建 KB 再帶參數部署。距 7/31 code freeze 剩 2 天。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07/29 線上實測：確認卡確實出現，但按下去必定 410——三個斷點已修，待重部署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工具定義×5＋dispatch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隨迴圈上線；key_findings 摘要（答非所問保險）；KB_ID 設定時自動加掛 query_knowledge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線上自動驗過：確認卡→取消→憑證消耗→軌跡留痕全串起來（verify_live.py D12/D13/D15）。剩真實成交未測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線上驗過 F1/F2/F4/F5：不報明牌、不背書、教育題不誤攔、手機號不落回覆與軌跡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線上實測確認卡確實跳出（D 段走查，並據此修好 TTL 文案／取消留痕）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程式層誤判修正二輪＋測試（PR #20/#23）；Bedrock 層主控台待建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線上實測三卡出得來、手續費驗算正確（14,140×0.16%≈23）；但同一句話 7 次有 1 次不出卡，DEMO_SCRIPT 別寫死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線上驗過：tool_call→draft_created→user_cancelled 依序留痕，PII 不落軌跡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整合（12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已用官方 CSV 重產並進 main：已實現損益 +117,482（981勝/493負）、最痛真虧僅 963；三聚合值齊全（#27/#29 已解）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初版語料已入 KB（護欄誤判由實測發現）；完整度待 B 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🚨 07/29 實測：KB DSIYBVI1IX 在帳號裡已不存在（Bedrock 回 ResourceNotFound）——07/22 建成後迴歸，需重建再帶 KnowledgeBaseId 部署（#34）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程式正確（有註冊、模型也會呼叫），但線上因 KB 不存在而每次 error；KB 一補回來即通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Lambda×5 handlers 全數上線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五支皆部署：/chat /health /market /audit 線上實測皆正常（/audit 不再 404）；/order 待真單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 簽章（HMAC）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對真 API 實測通過（/api/v3/info 回 level:2）。2014 真因＝MAX 先比對「payload 解碼後 == request body」再驗簽章，GET 也必須送 body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下單 place_order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volume 換算＋憑證持久化已補；線上跑的仍是 2014 舊版，最小額度真單待重部署後執行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 07/29 已驗證通過（level:2，權限「個人及帳戶[讀取]」）；其餘隊員未回報——加分證據五張截圖也還沒存 Drive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劇本＋07/26 加拍備援（三模式開場白/RAG 防詐）皆煙測綠；真環境拔網路待驗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RWD＋Onboarding 五屏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已部署上線，D1–D4 過（健康分圓環正常、顯示 +NT$117,482）；D5–D18＋E 段五屏未測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實測抓到「推薦卡看起來可點卻沒反應」已修為 role=button；重部署後複驗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deploy＋07/28 重部署成功（stack maimate，五支 Lambda 全上）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 SOP＋驗收清單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新增 scripts/verify_live.py：C/D/F 共 21 項自動判定、3 分鐘跑完，且永不送真單；人工只剩視覺項。&lt;1hr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寫好的程式都要過這關才算數——逐項操作步驟見 docs/TEST_CHECKLIST.md（A–G 段）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過期／重放／未知 token 皆回 410 已有回歸測試（tests/test_order_flow.py）；線上 DynamoDB 路徑待重部署驗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全賣→三方案→確認→最小額度成交→軌跡完整（TEST_CHECKLIST D 段 18 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#1 confirm 確認卡 07/29 線上實測跳出｜🧪 #5 路由待部署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#9 RAG 語料：初版已入 KB，完整度待確認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Bedrock KB 建成＋SAM 參數化——07/22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query_knowledge 接真 KB 實測——07/22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#2 max_public：三 endpoint 正規化＋實測（PR #18）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max_private 簽章 07/29 對真 API 實測通過（level:2）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#13 RWD＋Onboarding：07/28 已上線，D1–D4 過、D5–D18 未測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重部署 07/28 全站上線（/order 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 已依實戰修正、計時演練待做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✅=已交棒｜🧪=就緒待部署驗證｜🔨=待做（07/29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全員：Lv2 KYC＋Key（#3）隊長已通過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E2E（#4）——其餘隊員待辦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A：簽章 2014 解決（07/29 實測 level:2）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可用的 Private API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只差重部署即可跑最小額度真單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B：KB 建置（07/22，PR #21）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已入 SAM 參數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已接上真 KB 實測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A：核心全完成（07/22 PR #17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main 即可測版本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C：RWD＋Onboarding 已交（#26/#28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可操作前端（四組煙測✅）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只等部署→E2E＋拔網路驗證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全線綠燈（照 TEST_CHECKLIST）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預錄影片（#8）＋部署計時演練（#14）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×5＋API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迴圈/護欄、Lambda×5、MAX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整合排練週（現在）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07/28 上線＋D 段實測抓三個結構性 bug；剩：重部署驗證・E2E・影片・pitch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2026-07-29T01:37:44Z</dcterms:created>
  <dcterms:modified xsi:type="dcterms:W3CDTF">2026-07-29T01:37:44Z</dcterms:modified>
</cp:coreProperties>
</file>