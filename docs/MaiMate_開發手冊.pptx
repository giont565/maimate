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2026/07/27 更新｜決賽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總覽：07/27 #19 CI＋#26 hero 卡＋#28 Onboarding 全數 merge——重部署成唯一 blocker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行為分析、Bedrock迴圈、RAG KB、query_knowledge…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三方案、Profile、Audit、路由（已 merge 待重部署驗）…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Guardrails、KYC、影片、簡報修正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今天就是 7/27：#19/#26/#28 已全數 merge（07/27 早），#25 已 rebase 待合。線上 wco1xm8zvl 仍是舊版——重部署（sam deploy＋s3 sync＋兩支 Lambda 金鑰）是現在唯一 blocker，今晚全程跑通就靠它。距 7/31 code freeze 剩 4 天。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07/19 迴圈已對真模型跑通（Haiku@us-east-1）——重心轉 confirm E2E・路由・三方案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線上跑通：真模型多輪工具呼叫＋引用真實數據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工具定義×5＋dispatch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隨迴圈上線；key_findings 摘要（答非所問保險）；KB_ID 設定時自動加掛 query_knowledge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後端 07/19 完成上線（任務5）；待一次下單對話 E2E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意圖路由完成＋單元測；caching 開關待真環境驗證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程式層誤判修正二輪＋測試（PR #20/#23）；Bedrock 層主控台待建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三模式分類＋prompt 注入＋徽章切換完成；實測劇本待部署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引擎＋工具＋前端卡完成、18 項單元測綠；整合測試待部署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留痕＋/audit＋軌跡面板完成；DynamoDB 路徑待部署驗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初版語料已入 KB（護欄誤判由實測發現）；完整度待 B 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07/22 KB 建成＋SAM 參數化＋IAM（PR #21，B 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07/22 接上真 KB 實測；防詐語境誤判已修（PR #20）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Lambda×5 handlers（×4 上線）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SAM×4 部署；/chat /health /market 線上實測；/audit 已寫好待重部署，/order 待 #4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ticker 已線上實測（任務6）；kline/depth 待對文件核驗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上線實測＋UX 修正（行情就地更新/氣泡渲染）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Golden Path 劇本＋07/26 加拍備援（三模式開場白/RAG 防詐）皆煙測綠；真環境拔網路待驗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haoting777 #26 hero 卡＋#28 Onboarding 五屏已 merge（07/27，四組煙測全綠）；部署驗收待做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完成＋mock 煙測綠（本表 07/27 補正歸類）；部署後真資料驗收待做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 deploy 成功（us-east-1 API+S3）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隊長帳號出線，Bedrock 已開通（07/19）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DEPLOY.md 已出稿（07/21，含檢查清單與速查表）；&lt;1hr 計時演練待做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完成：Haiku 多工具對話、線上引用真實數據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已達成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離線劇本＋煙測已過（07/21）；真環境拔網路實測待做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Bedrock 迴圈首跑——07/19 完成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 confirm 後端✅待E2E｜#5 路由✅待部署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#10 Profile 三模式——07/21 完成待部署實測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#11 三方案引擎——07/21 完成、單元測 18 項綠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B/D 接點就緒：KB_ID／GUARDRAIL_ID 環境變數設定即通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#9 RAG 語料：初版已入 KB，完整度待確認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Bedrock KB 建成＋SAM 參數化——07/22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query_knowledge 接真 KB 實測——07/22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#12 audit＋/audit＋面板——07/21 完成，DynamoDB 待部署驗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#2 max_public：三 endpoint 正規化＋實測（PR #18）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max_private 簽章對照 max-mcp-server 核對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#13 RWD：haoting #26＋#28 已 merge（07/27）待部署驗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三方案卡渲染——07/21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模式徽章切換｜軌跡面板——07/21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麥麥視覺整合（成交切 BULLISH）——07/21 完成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AWS 帳號＋Bedrock 開通——07/19 完成（隊長帳號）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SAM 部署上線 07/19（/order 冒煙待真單）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Guardrails｜🧪 #14 DEPLOY.md 已出稿、計時演練待做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✅=已交棒｜🧪=就緒待部署驗證｜🔨=待做（07/21 盤點）。流程圖版在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D：AWS 帳號＋Bedrock 開通（07/19）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首跑✅｜KB 建置｜SAM 部署✅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全員：Lv2 KYC＋Key（#3）——最上游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B：max_public 實測（#2）ticker✅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kline/depth 核對後全放心用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B：簽章對照核對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真下單前置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A：Bedrock 迴圈首跑（07/19）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已解鎖：#1 #5 #10 #11 全數開發完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B：KB 建置（07/22，PR #21）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KB_ID 已入 SAM 參數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已接上真 KB 實測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A：audit＋/audit＋面板（07/21 代 B/C 完成）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GUARDRAIL_ID 環境變數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設定即通——掛載程式已就緒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A：#11／#10／#1 完成（07/21）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A：核心全完成（07/22 PR #17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main 即可測版本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重部署後 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C：手機版＋元件（#13，haoting #26/#28 已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可操作前端（mock 煙測✅）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E2E＋真環境拔網路驗證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D：E2E 全線綠燈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預錄影片（#8）＋DEPLOY.md 演練（#14）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home/user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home/user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home/user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×5＋API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實作＋18 項單元測綠；「全賣」整合測試待部署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三模式分類＋注入＋切換完成；三模式截圖待部署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留痕＋/audit＋面板完成；Golden Path 驗收待部署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首次部署上線；從零 &lt;1hr 演練、E2E、六項交付物待做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迴圈/護欄、Lambda×5、MAX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2026-07-27T03:46:43Z</dcterms:created>
  <dcterms:modified xsi:type="dcterms:W3CDTF">2026-07-27T03:46:43Z</dcterms:modified>
</cp:coreProperties>
</file>