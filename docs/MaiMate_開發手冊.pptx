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2026/07/19 晚間更新｜決賽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總覽：07/19 部署上線，驗證過的從 8 項推進到 15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行為分析、Bedrock迴圈、部署上線、前端…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confirm E2E、Private簽章、離線備援…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API 簽章仍未驗證（#4 最小成交前不算數）、/order 沒真跑過、模型暫全走 Haiku（#5 路由未做）——上線 ≠ Golden Path 能走通。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隨迴圈上線；已加 key_findings 摘要（答非所問保險）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暫全走 Haiku；路由與 prompt caching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 部署上線；/chat /health /market 線上實測，/order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行情斷網保值已由 npm run smoke 驗證；整站拔網路實測待做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首次部署經驗已有；&lt;1hr 計時演練＋文件待做（含 API_BASE 檢查項）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後端✅待E2E｜🔨 #5 路由+caching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#10 Profile 引擎（徽章 UI 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#11 三方案計算（卡片渲染歸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註冊 B 的函式／掛 D 的 Guardrails／埋 audit 點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#12 audit.py＋/audit endpoint（A 埋點、C 面板）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max_public：ticker✅ 07/19，kline/depth 待驗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三方案卡渲染（吃 README §3 schema）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模式徽章＋切換｜決策軌跡面板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麥麥視覺整合（成交切 BULLISH）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 建立｜#14 部署演練+DEPLOY.md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進來的箭頭＝你在等什麼；出去的箭頭＝誰在等你。流程圖版在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D：AWS 帳號＋Bedrock 開通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首跑｜KB 建置｜SAM 部署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全員：Lv2 KYC＋Key（#3）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B：max_public 實測（#2）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get_market_data 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A：Bedrock 迴圈首跑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解鎖 #1 #5 #10 #11 開發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B：query_knowledge＋audit.py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函式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註冊進 tools＋loop 埋點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B：/audit endpoint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 ID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loop 掛載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A：#11／#10／#1 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三方案卡・徽章・確認卡接真資料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A：核心全完成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可測版本 tag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E2E＋離線備援驗證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三方案數字全由程式算、費率附來源、相容 prepare_order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確定性分三模式、同句話三種回應肉眼可辨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工具+訂單全留痕、軌跡可還原、append-only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2026-07-19T17:11:35Z</dcterms:created>
  <dcterms:modified xsi:type="dcterms:W3CDTF">2026-07-19T17:11:35Z</dcterms:modified>
</cp:coreProperties>
</file>