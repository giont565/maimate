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645920"/>
            <a:ext cx="5029200" cy="502920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隊伍「第五名」團隊會議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MaiMate 工作項目狀態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48640" y="3017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39 項全盤點・四級誠實標示・分工討論用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58521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盤點日 2026/07/19｜決賽 8/1–8/2｜完整版：docs/STATUS.md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總覽：repo 看起來很滿，驗證過的只有 8 項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82296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已完成並驗證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行為分析、文件、環境腳本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8328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365760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寫好但沒測過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65760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Agent迴圈、API串接、SAM…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1792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5400" dirty="0"/>
          </a:p>
        </p:txBody>
      </p:sp>
      <p:sp>
        <p:nvSpPr>
          <p:cNvPr id="13" name="Text 11"/>
          <p:cNvSpPr/>
          <p:nvPr/>
        </p:nvSpPr>
        <p:spPr>
          <a:xfrm>
            <a:off x="649224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待做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9224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RAG、三方案、Profile、手機版…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905256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16" name="Text 14"/>
          <p:cNvSpPr/>
          <p:nvPr/>
        </p:nvSpPr>
        <p:spPr>
          <a:xfrm>
            <a:off x="932688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2B6C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5400" dirty="0"/>
          </a:p>
        </p:txBody>
      </p:sp>
      <p:sp>
        <p:nvSpPr>
          <p:cNvPr id="17" name="Text 15"/>
          <p:cNvSpPr/>
          <p:nvPr/>
        </p:nvSpPr>
        <p:spPr>
          <a:xfrm>
            <a:off x="932688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純測試項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32688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E2E、雙層護欄、部署計時…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4297680"/>
            <a:ext cx="11091672" cy="914400"/>
          </a:xfrm>
          <a:prstGeom prst="roundRect">
            <a:avLst>
              <a:gd name="adj" fmla="val 9000"/>
            </a:avLst>
          </a:prstGeom>
          <a:solidFill>
            <a:srgbClr val="FDF0EF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443484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最大隱藏風險：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 迴圈從沒對真實 Bedrock 跑過、Private API 簽章沒驗證過、SAM 從沒 deploy 過——「寫好」不等於「能動」。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48640" y="548640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本週原則：先讓 🧪 變 ✅（把寫好的測到能動），再開 🔨 新工。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 核心（10 項）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Bedrock 首跑是全案最優先——唯一沒碰過真傢伙的核心路徑</a:t>
            </a:r>
            <a:endParaRPr lang="en-US" sz="12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5212080"/>
                <a:gridCol w="1673352"/>
              </a:tblGrid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Converse tool-use 迴圈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程式完成，從沒對真實 Bedrock 跑過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agent/loop.py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工具定義×4＋dispatch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同上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agent/tools.py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prepare/execute 下單分離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架構完成，待端到端驗證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tools+order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程式層護欄（明牌/PII）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正則可測，未寫測試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guardrails.py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confirm 欄位帶出前端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迴圈把確認卡帶給 handler 回應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Haiku/Sonnet 路由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含 prompt caching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Guardrails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與程式層雙保險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Profile Engine 簡版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行為推斷三模式→提醒強度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#10 spec✓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三方案生成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Golden Path 核心，確定性計算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#11 spec✓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Audit Log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工具+訂單留痕＋軌跡面板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#12 spec✓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資料・RAG・API 整合（11 項）</a:t>
            </a:r>
            <a:endParaRPr lang="en-US" sz="27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5212080"/>
                <a:gridCol w="1673352"/>
              </a:tblGrid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CSV 解析＋行為指標預計算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10,000 筆，真數字已驗證（追高65%等）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analysis/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health_report.json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五組指標齊全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data/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setup.sh 環境檢查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已實測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scripts/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RAG 語料蒐集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防詐/教材公開資源＋工作坊資料（授權限制）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Knowledge Base + S3 Vectors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賽前建好，決賽只上架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query_knowledge 工具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回答附出處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Lambda×4 handlers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未部署未打過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handlers/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Public API（快取+退避）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路徑需對官方文件核對後實測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Private API（HMAC）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簽章未驗證——對照 max-mcp-server 核對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CoinMarketCap 延伸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無金鑰自動略過，未測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thirdparty.py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全員 Lv2 KYC＋API Key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人工項，審核有等待期——最急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前端・部署・交付物（12 項）</a:t>
            </a:r>
            <a:endParaRPr lang="en-US" sz="27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371600"/>
                <a:gridCol w="4937760"/>
                <a:gridCol w="167335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桌機三欄 SPA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寫好，未在瀏覽器完整走過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frontend/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離線 mock 備援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機制寫好，fallback 未驗證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app.js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手機版 RWD（Golden Path 動線）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對話主畫面、確認卡放大、麥麥視覺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三方案卡片／模式徽章／軌跡面板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隨 #11 #10 #12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SAM 模板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從未實際 deploy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infra/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自家 AWS 帳號＋Bedrock 開通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多條線的前置——今天定誰出帳號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從零部署演練＋DEPLOY.md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目標&lt;1hr，7/31 前至少一次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提案簡報 16 頁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含評審兩題頁；視覺本機過一次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docs/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上手指南／架構文件／法規檢討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三份皆完成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docs/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整合簡報修正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Skill 標示＋補兩頁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Demo 預錄影片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Phase 2 出 v1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#8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Kiro 加分證據集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補 Specs/task/MCP 截圖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測試清單（6 項）— 需要一位「測試主導」認領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寫好的程式都要過這關才算數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5212080"/>
                <a:gridCol w="167335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迴圈首次實跑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對真模型完成一次多工具對話——全案最優先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需AWS帳號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Guardrails 雙層攔截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「推薦我買哪個幣」兩層各自單獨擋住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#6 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憑證安全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token 過期/重放回 410；60 秒邊界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 #4 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離線備援切換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拔網路 mock 自動接手＋UI 標示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前端部署後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E2E Golden Path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全賣→三方案→確認→最小額度成交→軌跡完整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幾乎全部後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從零部署計時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乾淨帳號 &lt;1 小時上線（決賽日保險）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分工討論：建議切成四個工作包（未指派）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2606040" cy="3566160"/>
          </a:xfrm>
          <a:prstGeom prst="roundRect">
            <a:avLst>
              <a:gd name="adj" fmla="val 3158"/>
            </a:avLst>
          </a:prstGeom>
          <a:solidFill>
            <a:srgbClr val="EAF0F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554480"/>
            <a:ext cx="2606040" cy="548640"/>
          </a:xfrm>
          <a:prstGeom prst="roundRect">
            <a:avLst>
              <a:gd name="adj" fmla="val 15000"/>
            </a:avLst>
          </a:prstGeom>
          <a:solidFill>
            <a:srgbClr val="16224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5544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A｜Agent 核心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77240" y="2286000"/>
            <a:ext cx="2194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#1 confirm帶出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#5 模型路由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#10 Profile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#11 三方案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Bedrock 首跑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77240" y="46177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Python・Bedrock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83280" y="1554480"/>
            <a:ext cx="2606040" cy="3566160"/>
          </a:xfrm>
          <a:prstGeom prst="roundRect">
            <a:avLst>
              <a:gd name="adj" fmla="val 3158"/>
            </a:avLst>
          </a:prstGeom>
          <a:solidFill>
            <a:srgbClr val="EAF0FB"/>
          </a:solidFill>
          <a:ln/>
        </p:spPr>
      </p:sp>
      <p:sp>
        <p:nvSpPr>
          <p:cNvPr id="9" name="Shape 7"/>
          <p:cNvSpPr/>
          <p:nvPr/>
        </p:nvSpPr>
        <p:spPr>
          <a:xfrm>
            <a:off x="3383280" y="1554480"/>
            <a:ext cx="2606040" cy="548640"/>
          </a:xfrm>
          <a:prstGeom prst="roundRect">
            <a:avLst>
              <a:gd name="adj" fmla="val 15000"/>
            </a:avLst>
          </a:prstGeom>
          <a:solidFill>
            <a:srgbClr val="E8A13A"/>
          </a:solidFill>
          <a:ln/>
        </p:spPr>
      </p:sp>
      <p:sp>
        <p:nvSpPr>
          <p:cNvPr id="10" name="Text 8"/>
          <p:cNvSpPr/>
          <p:nvPr/>
        </p:nvSpPr>
        <p:spPr>
          <a:xfrm>
            <a:off x="3566160" y="15544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B｜資料與 RAG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3611880" y="2286000"/>
            <a:ext cx="2194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#9 語料+KB建置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#12 Audit Log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 Public API 實測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611880" y="46177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Python・AWS 資料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17920" y="1554480"/>
            <a:ext cx="2606040" cy="3566160"/>
          </a:xfrm>
          <a:prstGeom prst="roundRect">
            <a:avLst>
              <a:gd name="adj" fmla="val 3158"/>
            </a:avLst>
          </a:prstGeom>
          <a:solidFill>
            <a:srgbClr val="EAF0FB"/>
          </a:solidFill>
          <a:ln/>
        </p:spPr>
      </p:sp>
      <p:sp>
        <p:nvSpPr>
          <p:cNvPr id="14" name="Shape 12"/>
          <p:cNvSpPr/>
          <p:nvPr/>
        </p:nvSpPr>
        <p:spPr>
          <a:xfrm>
            <a:off x="6217920" y="1554480"/>
            <a:ext cx="2606040" cy="548640"/>
          </a:xfrm>
          <a:prstGeom prst="roundRect">
            <a:avLst>
              <a:gd name="adj" fmla="val 15000"/>
            </a:avLst>
          </a:prstGeom>
          <a:solidFill>
            <a:srgbClr val="1F9D66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0" y="15544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C｜前端與體驗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446520" y="2286000"/>
            <a:ext cx="2194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#13 手機版改版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三方案卡/徽章/軌跡面板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離線備援驗證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麥麥視覺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446520" y="46177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HTML/JS・設計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9052560" y="1554480"/>
            <a:ext cx="2606040" cy="3566160"/>
          </a:xfrm>
          <a:prstGeom prst="roundRect">
            <a:avLst>
              <a:gd name="adj" fmla="val 3158"/>
            </a:avLst>
          </a:prstGeom>
          <a:solidFill>
            <a:srgbClr val="EAF0FB"/>
          </a:solidFill>
          <a:ln/>
        </p:spPr>
      </p:sp>
      <p:sp>
        <p:nvSpPr>
          <p:cNvPr id="19" name="Shape 17"/>
          <p:cNvSpPr/>
          <p:nvPr/>
        </p:nvSpPr>
        <p:spPr>
          <a:xfrm>
            <a:off x="9052560" y="1554480"/>
            <a:ext cx="2606040" cy="548640"/>
          </a:xfrm>
          <a:prstGeom prst="roundRect">
            <a:avLst>
              <a:gd name="adj" fmla="val 15000"/>
            </a:avLst>
          </a:prstGeom>
          <a:solidFill>
            <a:srgbClr val="D64550"/>
          </a:solidFill>
          <a:ln/>
        </p:spPr>
      </p:sp>
      <p:sp>
        <p:nvSpPr>
          <p:cNvPr id="20" name="Text 18"/>
          <p:cNvSpPr/>
          <p:nvPr/>
        </p:nvSpPr>
        <p:spPr>
          <a:xfrm>
            <a:off x="9235440" y="15544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D｜整合與交付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9281160" y="2286000"/>
            <a:ext cx="2194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#14 部署演練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#4 Private API E2E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#6 Guardrails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 錄影・#15 簡報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E2E 測試主導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9281160" y="46177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AWS・統籌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8640" y="5394960"/>
            <a:ext cx="11091672" cy="868680"/>
          </a:xfrm>
          <a:prstGeom prst="roundRect">
            <a:avLst>
              <a:gd name="adj" fmla="val 9474"/>
            </a:avLst>
          </a:prstGeom>
          <a:solidFill>
            <a:srgbClr val="FFF4E0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5504688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相依關係：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 全員KYC 擋 #4｜AWS 帳號擋 Bedrock首跑・#9・#14｜#11 擋三方案卡片。今天要定：AWS 帳號誰出、四包誰認領。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部署｜每人一次設定（約 15 分鐘）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認領工作包後，先把這頁做完才開工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627632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276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80160" y="155448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下載安裝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108960" y="155448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kiro.dev 下載（Mac/Windows）。介面就是 VS Code，不用重學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496312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4963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80160" y="242316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108960" y="242316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用自己的 Google 帳號。帳號與額度不能共用（主辦規定，違者取消資格）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364992"/>
            <a:ext cx="502920" cy="502920"/>
          </a:xfrm>
          <a:prstGeom prst="ellipse">
            <a:avLst/>
          </a:prstGeom>
          <a:solidFill>
            <a:srgbClr val="E8A13A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3649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80160" y="329184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兌換額度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108960" y="329184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輸入兌換碼 GenAIHack26 → 頭像選單看到 Bonus Credits 2000 即成功，截圖存證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233672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4233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80160" y="416052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開啟專案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108960" y="41605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 clone github.com/giont565/MaiMate → Kiro「Open Folder」選 MaiMate 資料夾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5102352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51023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280160" y="50292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確認載入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108960" y="502920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左側出現 Specs 面板（5 個 spec）＝.kiro/ 讀取成功；跑 bash scripts/setup.sh 檢查環境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疑難：登入卡住→換瀏覽器完成 OAuth；Specs 面板沒出現→確認開的是 MaiMate 根目錄不是上層資料夾。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開發｜.kiro 目錄就是團隊大腦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打開專案它就懂我們的規矩——不用自己記紅線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91672" cy="1280160"/>
          </a:xfrm>
          <a:prstGeom prst="roundRect">
            <a:avLst>
              <a:gd name="adj" fmla="val 6429"/>
            </a:avLst>
          </a:prstGeom>
          <a:solidFill>
            <a:srgbClr val="EAF0FB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6916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.kiro/steering/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1762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自動載入的團隊約定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60520" y="1664208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product.md 紅線（不報明牌/下單必確認）、data-schema.md 欄位與 API 格式、tech.md 架構規範。Kiro 生成的每行程式都遵守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971800"/>
            <a:ext cx="11091672" cy="1280160"/>
          </a:xfrm>
          <a:prstGeom prst="roundRect">
            <a:avLst>
              <a:gd name="adj" fmla="val 6429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3108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.kiro/specs/&lt;功能&gt;/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68680" y="35935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五個功能規格（三件套）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60520" y="3081528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requirements.md 驗收條件（EARS）→ design.md 設計 → tasks.md 任務清單。已備：chat-agent、behavior-engine、order-flow、profile-engine、trade-scenarios、audit-log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389120"/>
            <a:ext cx="11091672" cy="1280160"/>
          </a:xfrm>
          <a:prstGeom prst="roundRect">
            <a:avLst>
              <a:gd name="adj" fmla="val 6429"/>
            </a:avLst>
          </a:prstGeom>
          <a:solidFill>
            <a:srgbClr val="EAF0FB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45262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.kiro/settings/mcp.json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68680" y="50109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MAX MCP 接入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60520" y="4498848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 REPLACE_WITH_LOCAL_PATH 改成本機 clone 的 max-mcp-server 路徑；金鑰走環境變數。之後對 Kiro 說「查 BTC 現價」它直接打 MAX API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Steering 寫得越清楚，Kiro 來回修正越少——這就是我們省 credit 的主要手段。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開發｜日常循環：領任務 → 開分支 → Kiro 做 → 合回去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581912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5819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80160" y="15087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領任務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926080" y="1508760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GitHub Issues 認領（開會分配的工作包），Slack #dev 說一聲避免撞車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441448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80160" y="2368296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開分支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926080" y="2368296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 checkout -b feat/任務名（從最新 main 開）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300984"/>
            <a:ext cx="502920" cy="502920"/>
          </a:xfrm>
          <a:prstGeom prst="ellipse">
            <a:avLst/>
          </a:prstGeom>
          <a:solidFill>
            <a:srgbClr val="E8A13A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3009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80160" y="322783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執行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926080" y="3227832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Specs 面板 → 對應 spec → tasks → 點「Start task」。Kiro 讀 requirements+design 上下文動手改碼；做完自己看 diff 再收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160520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160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80160" y="4087368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驗證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2926080" y="4087368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跑該 spec tasks.md 的驗收條件（單元測試/劇本），過了才算完成、打勾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020056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50200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80160" y="4946904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合回去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2926080" y="4946904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 pull --rebase → push → PR（賽前）或直合（決賽現場求快）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5806440"/>
            <a:ext cx="11091672" cy="685800"/>
          </a:xfrm>
          <a:prstGeom prst="roundRect">
            <a:avLst>
              <a:gd name="adj" fmla="val 12000"/>
            </a:avLst>
          </a:prstGeom>
          <a:solidFill>
            <a:srgbClr val="FFF4E0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5897880"/>
            <a:ext cx="10543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要開 spec 沒涵蓋的新功能時：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先對 Kiro 說「幫我為 XX 建立 spec」，人審過 requirements 再讓它動手——規格便宜，返工很貴。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Kiro｜Credit 紀律與雷區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2000 點只發一次、用完不補——全隊共同資產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4023360"/>
          </a:xfrm>
          <a:prstGeom prst="roundRect">
            <a:avLst>
              <a:gd name="adj" fmla="val 2045"/>
            </a:avLst>
          </a:prstGeom>
          <a:solidFill>
            <a:srgbClr val="EAF0FB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7830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預算分配（每人）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2331720"/>
            <a:ext cx="47548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40487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練習期（～7/22）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931920" y="240487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≤ 300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868680" y="3291840"/>
            <a:ext cx="47548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36499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開發期（7/23–31）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931920" y="336499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~ 1000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868680" y="4251960"/>
            <a:ext cx="47548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1097280" y="432511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決賽保底（8/1–2）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931920" y="432511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≥ 700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263640" y="1554480"/>
            <a:ext cx="5394960" cy="4023360"/>
          </a:xfrm>
          <a:prstGeom prst="roundRect">
            <a:avLst>
              <a:gd name="adj" fmla="val 2045"/>
            </a:avLst>
          </a:prstGeom>
          <a:solidFill>
            <a:srgbClr val="FDF0EF"/>
          </a:solidFill>
          <a:ln/>
        </p:spPr>
      </p:sp>
      <p:sp>
        <p:nvSpPr>
          <p:cNvPr id="16" name="Text 14"/>
          <p:cNvSpPr/>
          <p:nvPr/>
        </p:nvSpPr>
        <p:spPr>
          <a:xfrm>
            <a:off x="6583680" y="17830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四個雷區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583680" y="2331720"/>
            <a:ext cx="48463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Autopilot 只在跑定義好的 task 時開——探索、跟課、隨便問問一律關，它會自主連跑燒點數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小改動自己動手改，讓 Kiro 做「一個 task 一次到位」的活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同一個問題別在 Kiro 裡反覆重試——換個問法前先想清楚要什麼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頭像選單隨時看剩餘點數；低於個人決賽保底就停手回報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48640" y="585216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加分項證據：過程隨手截 Specs 面板／task 執行／MCP 查行情畫面，丟 Drive「Kiro證據」資料夾。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時間軸：賽前做完，決賽只上架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E8A13A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6304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5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～7/22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331720" y="146304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定案與就位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434840" y="146304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KYC・環境設定・AWS帳號・架構拍板・#1 #2 開工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395728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E8A13A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395728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5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7/23–27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331720" y="2395728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核心構建週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434840" y="2395728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Golden Path 全鏈路＋RAG＋手機版；7/27 晚自家 AWS 跑通全程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328416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1F9D66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328416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7/28–30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331720" y="3328416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整合排練週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434840" y="3328416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E2E・離線備援・預錄影片 v1・簡報定稿・pitch 兩輪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261104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261104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7/31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331720" y="4261104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凍結日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434840" y="4261104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code freeze・DEPLOY.md 定稿・部署演練・早睡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193792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D64550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5193792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8/1–8/2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331720" y="5193792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決賽 30hr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434840" y="5193792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官方環境重部署(1hr)・現場調整・最終錄影・上台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48640" y="62636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credit 紀律：練習 ≤300／開發 ~1000／決賽保底 700（只發一次不補）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2026-07-19T12:24:08Z</dcterms:created>
  <dcterms:modified xsi:type="dcterms:W3CDTF">2026-07-19T12:24:08Z</dcterms:modified>
</cp:coreProperties>
</file>