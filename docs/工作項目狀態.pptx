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工作項目狀態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39 項全盤點・四級誠實標示・分工討論用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盤點日 2026/07/19｜決賽 8/1–8/2｜完整版：docs/STATUS.md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總覽：repo 看起來很滿，驗證過的只有 8 項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行為分析、文件、環境腳本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Agent迴圈、API串接、SAM…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RAG、三方案、Profile、手機版…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迴圈從沒對真實 Bedrock 跑過、Private API 簽章沒驗證過、SAM 從沒 deploy 過——「寫好」不等於「能動」。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首跑是全案最優先——唯一沒碰過真傢伙的核心路徑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程式完成，從沒對真實 Bedrock 跑過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工具定義×4＋dispatch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架構完成，待端到端驗證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正則可測，未寫測試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迴圈把確認卡帶給 handler 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 prompt caching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與程式層雙保險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行為推斷三模式→提醒強度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Golden Path 核心，確定性計算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工具+訂單留痕＋軌跡面板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整合（11 項）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五組指標齊全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防詐/教材公開資源＋工作坊資料（授權限制）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賽前建好，決賽只上架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回答附出處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Lambda×4 handlers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未部署未打過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路徑需對官方文件核對後實測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簽章未驗證——對照 max-mcp-server 核對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人工項，審核有等待期——最急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寫好，未在瀏覽器完整走過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機制寫好，fallback 未驗證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RWD（Golden Path 動線）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對話主畫面、確認卡放大、麥麥視覺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 #11 #10 #12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從未實際 deploy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多條線的前置——今天定誰出帳號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從零部署演練＋DEPLOY.md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目標&lt;1hr，7/31 前至少一次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項）— 需要一位「測試主導」認領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對真模型完成一次多工具對話——全案最優先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需AWS帳號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token 過期/重放回 410；60 秒邊界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拔網路 mock 自動接手＋UI 標示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前端部署後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分工討論：建議切成四個工作包（未指派）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EAF0F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554480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A｜Agent 核心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 confirm帶出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#5 模型路由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#10 Profile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#11 三方案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首跑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77240" y="4617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Python・Bedrock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83280" y="15544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EAF0FB"/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1554480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E8A13A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B｜資料與 RAG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611880" y="22860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#9 語料+KB建置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#12 Audit Log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 Public API 實測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611880" y="4617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Python・AWS 資料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15544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EAF0FB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0" y="1554480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1F9D6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C｜前端與體驗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46520" y="22860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#13 手機版改版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三方案卡/徽章/軌跡面板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離線備援驗證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麥麥視覺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46520" y="4617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HTML/JS・設計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052560" y="15544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EA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1554480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923544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D｜整合與交付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281160" y="22860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#14 部署演練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 Private API E2E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#6 Guardrails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 錄影・#15 簡報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 測試主導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81160" y="4617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AWS・統籌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9474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504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相依關係：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全員KYC 擋 #4｜AWS 帳號擋 Bedrock首跑・#9・#14｜#11 擋三方案卡片。今天要定：AWS 帳號誰出、四包誰認領。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× 評分對應：你做的東西扛哪幾分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每個工作項都有明確的得分理由——做的時候朝著驗收方向做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920240"/>
                <a:gridCol w="597103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展示點（誰做的）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分數怎麼拿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行為健檢真數字（A/B包）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評審給的資料挖出他們沒想到的洞察：追高65%、機會成本2,660萬——全場記憶點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三方案生成＋恐慌攔截（A包）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「不只回答，還給可執行的選項」——別隊的 AI 是聊天，我們的是行動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工具鏈＋決策軌跡面板（A/B包）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評分原文「上下文理解、主動分析數據、自動化執行交易決策」逐字對應，軌跡面板讓它看得見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三模式提醒強度（A/C包）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同一句話三種回應——個人化不是口號是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防詐/教材問答（B包）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官方資料源全用上：CSV+API+輿情+教材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確認卡＋Audit Log（A/D包）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 + 法遵敘事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「合規是系統設計」——對 MaiCoin 評審的信任牌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真實下單（D包）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帳號＋最小額度真成交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spec-driven 開發（全員）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.kiro/ 目錄＋截圖證據集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離線備援＋預錄影片（C/D包）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現場網路掛掉照樣演完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成本效益＋限制揭露（簡報）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可行性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模型分工、rate limit 因應、金鑰權限——主動揭露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畫面對應：每個區塊是誰的作品、扛哪些分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91840" cy="4663440"/>
          </a:xfrm>
          <a:prstGeom prst="roundRect">
            <a:avLst>
              <a:gd name="adj" fmla="val 2500"/>
            </a:avLst>
          </a:prstGeom>
          <a:solidFill>
            <a:srgbClr val="F4F7FD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手機版畫面（#13 改版後）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2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頂欄：麥麥＋模式徽章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1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健檢卡（橫向滑動）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419856"/>
            <a:ext cx="2834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F9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9856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對話區（主畫面）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901184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64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011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三方案卡 / 確認卡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83387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833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決策軌跡（摺疊）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54480"/>
          <a:ext cx="75255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76472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背後功能（工作包）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扛的分數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模式徽章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profile-engine（A）＋前端（C）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健檢卡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行為分析（✅）＋前端（C）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對話回應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迴圈＋模型路由（A）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三方案卡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trade-scenarios（A）＋前端（C）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確認卡→成交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 流＋Private API（D）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⑤ 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audit-log（B）＋前端（C）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（隱形）離線切換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mock 備援（C 驗證）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（隱形）RAG 問答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Base（B）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原則：畫面上沒有任何一塊是裝飾——每個區塊都對應一個功能與至少一個評分項。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分鏡：90 秒，評審每一刻看到什麼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3931920"/>
                <a:gridCol w="1673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步驟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畫面上發生的事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評審看點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 開場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健檢首屏：追高 65%、機會成本 2,660 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「這數字哪來的？」→ 評審自己給的資料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使用者輸入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「ETH 跌太多，幫我全部賣掉」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真實的恐慌場景，不是安排好的軟球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AI 思考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畫面顯示工具呼叫中：查持倉→查行情→查歷史→判斷模式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不是憑感覺，先查資料——看得見的推理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三方案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三張卡：賣25%／全賣／暫停，各附損益・手續費・集中度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數字由程式算，AI 只負責講人話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創意+AI+可行性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 恐慌提醒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「1/8 你也是這樣，那次少賺 31 萬」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用使用者自己的歷史說服他——全場最重一擊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 確認→成交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選「賣25%」→ 確認卡 → 按下確認 → 真實成交、健檢更新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有手但方向盤在人手上；真下單（Lv2）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 收尾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點開決策軌跡面板：完整工具呼叫與訂單生命週期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「合規不是聲明，是系統設計」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備援：任一步掛掉 → 離線 mock 接手繼續演；全掛 → 切預錄影片。演練時每步都要練過備援切換。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系統架構成本明細：這套東西到底花多少錢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單價以 AWS 主控台現價估算；serverless＝用多少付多少，不用先繳月費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286000"/>
                <a:gridCol w="1737360"/>
                <a:gridCol w="167335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計費方式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賽前開發期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 Demo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千人規模/月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模型（Haiku/Sonnet）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計價＋prompt caching 一折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≈NT$300（約500次測試對話）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&lt;NT$100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依用量：重度用戶≈NT$60/人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×4＋API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依請求數；免費額度 100 萬次/月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≈NT$0（免費額度內）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DynamoDB（憑證/審計/session）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on-demand 依讀寫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S3＋CloudFront（前端/資料）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儲存＋流量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Base＋S3 Vectors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embedding 一次性＋向量儲存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&lt;NT$50（語料小）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查詢零頭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&lt;NT$700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呼叫免費；成交才收手續費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最小額度手續費 &lt;NT$10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使用者自付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黑客松贈點 2000/人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NT$0（贈點內）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7790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全隊賽前總花費 &lt; NT$500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（幾乎只有 Bedrock 測試呼叫）；千人規模基礎設施 &lt; NT$3,000/月＋模型依用量——本頁同時是可行性 20% 的簡報素材。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成本效益：我們主動避開的三個坑，和一句話的價值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向量庫選 S3 Vectors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預設 OpenSearch Serverless 最低月費 ≈ NT$1 萬起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S3 Vectors 幾十元搞定小語料——省 9 成以上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EC2/容器要付閒置時間＋有人要顧機器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Lambda 用多少付多少；30 小時裡零運維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模型分層＋快取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2104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全用大模型：每次對話 ≈ NT$2.2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Haiku 日常＋Sonnet 深度＋prompt caching → 混合 &lt;NT$0.6/次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22315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價值錨點（上台就講這句）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每次對話 &lt;NT$0.6；這個帳戶平均每筆賣出的機會成本 NT$11,480。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E2E・離線備援・預錄影片 v1・簡報定稿・pitch 兩輪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2026-07-19T12:36:17Z</dcterms:created>
  <dcterms:modified xsi:type="dcterms:W3CDTF">2026-07-19T12:36:17Z</dcterms:modified>
</cp:coreProperties>
</file>