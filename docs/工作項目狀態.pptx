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工作項目狀態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 項全盤點・四級誠實標示・分工討論用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盤點日 2026/07/19｜決賽 8/1–8/2｜完整版：docs/STATUS.md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總覽：repo 看起來很滿，驗證過的只有 8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行為分析、文件、環境腳本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Agent迴圈、API串接、SAM…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迴圈從沒對真實 Bedrock 跑過、Private API 簽章沒驗證過、SAM 從沒 deploy 過——「寫好」不等於「能動」。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首跑是全案最優先——唯一沒碰過真傢伙的核心路徑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程式完成，從沒對真實 Bedrock 跑過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迴圈把確認卡帶給 handler 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prompt caching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未部署未打過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路徑需對官方文件核對後實測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寫好，未在瀏覽器完整走過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機制寫好，fallback 未驗證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從未實際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多條線的前置——今天定誰出帳號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目標&lt;1hr，7/31 前至少一次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項）— 需要一位「測試主導」認領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對真模型完成一次多工具對話——全案最優先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需AWS帳號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分工討論：建議切成四個工作包（未指派）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核心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 confirm帶出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 模型路由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#10 Profile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#11 三方案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Python・Bedrock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E8A13A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B｜資料與 RAG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1188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#9 語料+KB建置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#12 Audit Log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 Public API 實測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1188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Python・AWS 資料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1F9D6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C｜前端與體驗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#13 手機版改版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三方案卡/徽章/軌跡面板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離線備援驗證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麥麥視覺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4652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HTML/JS・設計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5256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923544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D｜整合與交付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28116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#14 部署演練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 Private API E2E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#6 Guardrails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 錄影・#15 簡報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 測試主導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8116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AWS・統籌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9474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504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相依關係：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全員KYC 擋 #4｜AWS 帳號擋 Bedrock首跑・#9・#14｜#11 擋三方案卡片。今天要定：AWS 帳號誰出、四包誰認領。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workspace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workspace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workspace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2026-07-19T13:44:10Z</dcterms:created>
  <dcterms:modified xsi:type="dcterms:W3CDTF">2026-07-19T13:44:10Z</dcterms:modified>
</cp:coreProperties>
</file>