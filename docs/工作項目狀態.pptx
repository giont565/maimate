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隊伍「第五名」團隊會議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MaiMate 工作項目狀態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 項全盤點・四級誠實標示・分工討論用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盤點日 2026/07/19｜決賽 8/1–8/2｜完整版：docs/STATUS.md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總覽：repo 看起來很滿，驗證過的只有 8 項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AF0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已完成並驗證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行為分析、文件、環境腳本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寫好但沒測過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Agent迴圈、API串接、SAM…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A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9224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RAG、三方案、Profile、手機版…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A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B6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32688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純測試項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E2E、雙層護欄、部署計時…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DF0E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348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最大隱藏風險：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迴圈從沒對真實 Bedrock 跑過、Private API 簽章沒驗證過、SAM 從沒 deploy 過——「寫好」不等於「能動」。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本週原則：先讓 🧪 變 ✅（把寫好的測到能動），再開 🔨 新工。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核心（10 項）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首跑是全案最優先——唯一沒碰過真傢伙的核心路徑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5212080"/>
                <a:gridCol w="1673352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Converse tool-use 迴圈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程式完成，從沒對真實 Bedrock 跑過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agent/loop.py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工具定義×4＋dispatch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agent/tools.py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prepare/execute 下單分離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架構完成，待端到端驗證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tools+order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程式層護欄（明牌/PII）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正則可測，未寫測試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guardrails.py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confirm 欄位帶出前端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迴圈把確認卡帶給 handler 回應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Haiku/Sonnet 路由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 prompt caching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Bedrock Guardrails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與程式層雙保險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Profile Engine 簡版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行為推斷三模式→提醒強度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#10 spec✓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三方案生成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Golden Path 核心，確定性計算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#11 spec✓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Audit Log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工具+訂單留痕＋軌跡面板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#12 spec✓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資料・RAG・API 整合（11 項）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5212080"/>
                <a:gridCol w="1673352"/>
              </a:tblGrid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CSV 解析＋行為指標預計算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10,000 筆，真數字已驗證（追高65%等）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analysis/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health_report.json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五組指標齊全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setup.sh 環境檢查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scripts/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RAG 語料蒐集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防詐/教材公開資源＋工作坊資料（授權限制）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Knowledge Base + S3 Vectors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賽前建好，決賽只上架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query_knowledge 工具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回答附出處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Lambda×4 handlers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未部署未打過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handlers/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MAX Public API（快取+退避）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路徑需對官方文件核對後實測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MAX Private API（HMAC）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簽章未驗證——對照 max-mcp-server 核對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CoinMarketCap 延伸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無金鑰自動略過，未測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thirdparty.py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全員 Lv2 KYC＋API Key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人工項，審核有等待期——最急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前端・部署・交付物（12 項）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4937760"/>
                <a:gridCol w="16733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桌機三欄 SPA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寫好，未在瀏覽器完整走過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frontend/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 mock 備援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機制寫好，fallback 未驗證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app.js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手機版 RWD（Golden Path 動線）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對話主畫面、確認卡放大、麥麥視覺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三方案卡片／模式徽章／軌跡面板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 #11 #10 #12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SAM 模板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從未實際 deploy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infra/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自家 AWS 帳號＋Bedrock 開通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多條線的前置——今天定誰出帳號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從零部署演練＋DEPLOY.md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目標&lt;1hr，7/31 前至少一次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提案簡報 16 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含評審兩題頁；視覺本機過一次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上手指南／架構文件／法規檢討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三份皆完成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整合簡報修正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Skill 標示＋補兩頁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Demo 預錄影片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2 出 v1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Kiro 加分證據集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 Specs/task/MCP 截圖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測試清單（6 項）— 需要一位「測試主導」認領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寫好的程式都要過這關才算數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5212080"/>
                <a:gridCol w="16733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Bedrock 迴圈首次實跑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對真模型完成一次多工具對話——全案最優先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需AWS帳號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Guardrails 雙層攔截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「推薦我買哪個幣」兩層各自單獨擋住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#6 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憑證安全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token 過期/重放回 410；60 秒邊界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 #4 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離線備援切換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拔網路 mock 自動接手＋UI 標示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前端部署後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E2E Golden Path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全賣→三方案→確認→最小額度成交→軌跡完整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幾乎全部後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從零部署計時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乾淨帳號 &lt;1 小時上線（決賽日保險）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分工討論：建議切成四個工作包（未指派）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AF0F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1622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A｜Agent 核心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 confirm帶出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#5 模型路由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#10 Profile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#11 三方案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首跑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Python・Bedrock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AF0FB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55448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E8A13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B｜資料與 RAG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#9 語料+KB建置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#12 Audit Log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 Public API 實測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Python・AWS 資料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AF0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55448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1F9D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C｜前端與體驗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#13 手機版改版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三方案卡/徽章/軌跡面板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離線備援驗證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麥麥視覺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652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HTML/JS・設計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AF0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1554480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D｜整合與交付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281160" y="22860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#14 部署演練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#4 Private API E2E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#6 Guardrails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 錄影・#15 簡報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 測試主導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8116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AWS・統籌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FF4E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04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相依關係：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 全員KYC 擋 #4｜AWS 帳號擋 Bedrock首跑・#9・#14｜#11 擋三方案卡片。今天要定：AWS 帳號誰出、四包誰認領。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時間軸：賽前做完，決賽只上架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E8A1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5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～7/22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31720" y="1463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定案與就位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KYC・環境設定・AWS帳號・架構拍板・#1 #2 開工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E8A1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5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7/23–27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2395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核心構建週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4840" y="239572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Golden Path 全鏈路＋RAG＋手機版；7/27 晚自家 AWS 跑通全程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1F9D6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2841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7/28–30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332841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整合排練週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332841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E2E・離線備援・預錄影片 v1・簡報定稿・pitch 兩輪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6110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7/31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426110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凍結日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426110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freeze・DEPLOY.md 定稿・部署演練・早睡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937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8/1–8/2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51937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 30hr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34840" y="519379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官方環境重部署(1hr)・現場調整・最終錄影・上台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 credit 紀律：練習 ≤300／開發 ~1000／決賽保底 700（只發一次不補）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2026-07-19T12:20:46Z</dcterms:created>
  <dcterms:modified xsi:type="dcterms:W3CDTF">2026-07-19T12:20:46Z</dcterms:modified>
</cp:coreProperties>
</file>