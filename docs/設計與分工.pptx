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 設計圖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Path 三畫面｜所有數字皆真實資料計算｜HTML 原始碼在 docs/mockups/（＝前端起點）</a:t>
            </a:r>
            <a:endParaRPr lang="en-US" sz="1150" dirty="0"/>
          </a:p>
        </p:txBody>
      </p:sp>
      <p:pic>
        <p:nvPicPr>
          <p:cNvPr id="4" name="Image 0" descr="/workspace/maimate/docs/brand/maimate_bo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20040"/>
            <a:ext cx="658368" cy="713232"/>
          </a:xfrm>
          <a:prstGeom prst="rect">
            <a:avLst/>
          </a:prstGeom>
        </p:spPr>
      </p:pic>
      <p:pic>
        <p:nvPicPr>
          <p:cNvPr id="5" name="Image 1" descr="/workspace/maimate/docs/mockups/screen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4" y="1298448"/>
            <a:ext cx="2395728" cy="51846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7884" y="651052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健檢首屏｜健康分＋行為洞察</a:t>
            </a:r>
            <a:endParaRPr lang="en-US" sz="1100" dirty="0"/>
          </a:p>
        </p:txBody>
      </p:sp>
      <p:pic>
        <p:nvPicPr>
          <p:cNvPr id="7" name="Image 2" descr="/workspace/maimate/docs/mockups/scree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1298448"/>
            <a:ext cx="2395728" cy="51846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30852" y="651052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恐慌攔截｜工具鏈＋三方案</a:t>
            </a:r>
            <a:endParaRPr lang="en-US" sz="1100" dirty="0"/>
          </a:p>
        </p:txBody>
      </p:sp>
      <p:pic>
        <p:nvPicPr>
          <p:cNvPr id="9" name="Image 3" descr="/workspace/maimate/docs/mockups/screen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0" y="1298448"/>
            <a:ext cx="2395728" cy="51846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03820" y="651052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確認→成交→決策軌跡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工作分配：四包自選，每包獨佔自己的地盤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切法原則：目錄所有權互不重疊（git 不會打架）＋工時拉平（各約 4 天）＋交接只走 docs/API.md 介面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2468880"/>
                <a:gridCol w="822960"/>
                <a:gridCol w="149047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工作包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做什麼（issues）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獨佔目錄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估工時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適合的人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A｜Agent 與方案引擎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confirm帶出(#1)、模型路由(#5)、Profile(#10)、三方案(#11)、Bedrock 首跑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backend/agent/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4.5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想深玩 LLM／tool-use 的人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B｜資料服務與 RAG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Public API 實測(#2)、RAG 語料+KB(#9)、Audit Log(#12)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backend/integrations/ + analysis/ + 語料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喜歡資料工程／AWS 服務的人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C｜前端與品牌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手機版改版(#13)、三方案卡/徽章/軌跡面板、離線備援、麥麥視覺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frontend/ + docs/mockups/ + brand/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重視覺與使用者體驗的人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24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D｜整合部署與交付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部署演練(#14)、Private API E2E(#4)、Guardrails(#6)、錄影(#8)、簡報(#15)、E2E 測試主導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infra/ + docs/ + DEPLOY.md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喜歡統籌／確保能上場的人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FF4E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91616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共同任務（不算包內工時）：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自己的 MAX Lv2 KYC＋API Key（#3）、Kiro 設定、每天把自己的分支合回 main。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交接不打架的五條規則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地盤制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566160" y="1371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每包只 commit 自己的目錄。要動別人的地盤 → 開 issue 給對方包，不直接改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042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介面契約先行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566160" y="230428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四支 API 的請求/回應格式已寫死在 docs/API.md——C 包照契約用假資料先做，不用等後端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502920" cy="50292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369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共用檔單一 owner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66160" y="3236976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tools.py／loop.py 歸 A；B 寫好函式由 A 註冊。infra 歸 D。誰的檔誰合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6966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每日回合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566160" y="4169664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每天至少一次 pull --rebase ＋合回 main。衝突當天解，不隔夜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93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1023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改介面要廣播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566160" y="510235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要改 API.md 先在 #dev 說，受影響的包點頭才動——介面是全隊的，不是誰的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612648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EAF0F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19963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選包方式：Slack #general 回覆想要的包（先搶先贏），撞包就聊一下交換條件——今天內定案。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2026-07-19T13:48:14Z</dcterms:created>
  <dcterms:modified xsi:type="dcterms:W3CDTF">2026-07-19T13:48:14Z</dcterms:modified>
</cp:coreProperties>
</file>