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iont565/MaiMate" TargetMode="External"/><Relationship Id="rId2" Type="http://schemas.openxmlformats.org/officeDocument/2006/relationships/hyperlink" Target="https://github.com/giont565/MaiMate/blob/main/scripts/setup.sh" TargetMode="External"/><Relationship Id="rId3" Type="http://schemas.openxmlformats.org/officeDocument/2006/relationships/hyperlink" Target="https://github.com/giont565/MaiMate/blob/main/.kiro/specs/chat-agent/tasks.md" TargetMode="External"/><Relationship Id="rId4" Type="http://schemas.openxmlformats.org/officeDocument/2006/relationships/hyperlink" Target="https://drive.google.com/drive/folders/1TWnet3QahUA2pUWYeGzAMuC-4Ijix6_S" TargetMode="External"/><Relationship Id="rId5" Type="http://schemas.openxmlformats.org/officeDocument/2006/relationships/hyperlink" Target="https://drive.google.com/drive/folders/1aeXn6lZOTgtwK_iCyFh2_fcYMcAQgLwC" TargetMode="External"/><Relationship Id="rId6" Type="http://schemas.openxmlformats.org/officeDocument/2006/relationships/hyperlink" Target="https://drive.google.com/file/d/1iIpCu5BAjRL7s30_oGHUdU76517OAYpz/view" TargetMode="External"/><Relationship Id="rId7" Type="http://schemas.openxmlformats.org/officeDocument/2006/relationships/hyperlink" Target="https://max.maicoin.com/signup?r=dreambigbtc" TargetMode="External"/><Relationship Id="rId8" Type="http://schemas.openxmlformats.org/officeDocument/2006/relationships/hyperlink" Target="https://max-api.maicoin.com/doc/v3.html" TargetMode="External"/><Relationship Id="rId9" Type="http://schemas.openxmlformats.org/officeDocument/2006/relationships/hyperlink" Target="https://maicoin.github.io/max-websocket-docs" TargetMode="External"/><Relationship Id="rId10" Type="http://schemas.openxmlformats.org/officeDocument/2006/relationships/hyperlink" Target="https://github.com/bistin/max-mcp-server" TargetMode="External"/><Relationship Id="rId11" Type="http://schemas.openxmlformats.org/officeDocument/2006/relationships/hyperlink" Target="https://kiro.dev" TargetMode="External"/><Relationship Id="rId12" Type="http://schemas.openxmlformats.org/officeDocument/2006/relationships/hyperlink" Target="https://github.com/bistin/max-api-skill" TargetMode="External"/><Relationship Id="rId13" Type="http://schemas.openxmlformats.org/officeDocument/2006/relationships/hyperlink" Target="mailto:hackathon@digitimes.com" TargetMode="Externa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隊伍「第五名」內部文件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 開發環境上手指南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照這份做完（約 40 分鐘），你就能開始開發。設定只做一次。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重要時程：7/22（三）決賽名單公布｜8/1–8/2 決賽（全員全程）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我們用四個工具，各管一件事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AF0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程式碼＋任務板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786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隊伍 repo：MaiMate（私有）。程式碼同步、Issues 任務認領都在這。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開發環境（AI IDE）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每人裝在自己電腦。AI 幫你照規格寫程式——這也是比賽加分項（+5%）。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A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Slack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7274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Workspace「Hackathon」已建好。公告看 #general、程式討論在 #dev。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7033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EA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Drive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文件與資料集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47274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「黑客松」共享資料夾：命題文件、官方 CSV、簡報都在這。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原則：程式進 GitHub、檔案進 Drive、話講在 Slack、開發全程用 Kiro。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1｜GitHub：加入 repo、抓下程式碼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收邀請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5727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信箱找 GitHub 邀請信（隊長已寄），按 Accept invitation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 Git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441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沒裝過的：git-scm.com 下載安裝，一路下一步即可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310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3101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https://github.com/giont565/MaiMate.git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178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41788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bash scripts/setup.sh —— 環境缺什麼、下一步做什麼，它會直接告訴你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AF0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 git 規則（黑客松版，不搞複雜流程）：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main 保持隨時能 demo，各自開短分支做完就合　② push 前先 git pull --rebase　③ commit 小顆、訊息寫清楚做了什麼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2｜Kiro：安裝＋兌換黑客松額度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5727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kiro.dev 下載安裝（Mac / Windows，介面就是 VS Code）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441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用自己的 Google 帳號登入（各用各的，帳號與額度不能共用——主辦規定）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310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兌換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3101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輸入兌換碼 GenAIHack26 → 帳號選單裡看到 Bonus Credits 2000 即成功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178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41788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右上頭像 → 看到「GenAIHack26｜2000 total」就完成，順手截圖存證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DF0E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492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Credit 只發一次、用完不補。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全隊預算：練習期每人 ≤300、開發期共用約 1000、決賽現場保底 700。跟課看示範就好的步驟不要自己重跑；Autopilot 只在跑定義好的 task 時開。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3｜用 Kiro 打開專案，它就懂我們的規矩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→ Open Folder → 選剛 clone 的 MaiMate 資料夾。打開後它會自動讀 .kiro/ 裡的東西：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.kiro/steering/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21488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我們的紅線與約定（不報明牌、金鑰不進版控、CSV 欄位定義、架構規範）。Kiro 生成的每一行程式都會遵守——你不用自己記。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01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.kiro/specs/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3383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功能規格。chat-agent 已有完整三件套：requirements（驗收條件）→ design（設計）→ tasks（任務清單，前 4 條已完成）。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36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.kiro/settings/mcp.json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4617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 交易所 MCP 接入設定。把路徑改成你本機 clone 的 max-mcp-server 位置，金鑰走環境變數。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開發起手式：左側 Specs 面板 → chat-agent → tasks → 從沒打勾的任務點「Start task」。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4｜MAX 帳號與 API 金鑰（每人自己辦）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727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15727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用官方連結註冊 MAX：max.maicoin.com/signup?r=dreambigbtc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KYC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441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Lv2 實名認證（要等審核，今天就辦）——這是比賽加分項 +5%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310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 Key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3101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 網頁 → API 管理 → 建立 API Key，權限只勾「讀取＋交易」，絕不勾「提領」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178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417880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金鑰存自己電腦環境變數：MAX_API_KEY、MAX_API_SECRET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DF0E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949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金鑰紅線：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不貼 Slack、不貼任何聊天、不進 git。程式一律從環境變數讀。誰的金鑰誰保管，Demo 用隊長的帳號跑最小額度測試單。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日常開發：一個循環，四個動作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34440" y="16459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AF0FB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71907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領任務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0" y="1719072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Issues（或 tasks.md）認領一條，Slack #dev 說一聲避免撞車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34440" y="267004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開分支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checkout -b feat/任務名 —— 從最新的 main 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3694176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4E0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7673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767328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 面板點該任務 Start task，或直接把需求講給 Kiro；改完自己看過 diff 再收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55464"/>
            <a:ext cx="457200" cy="45720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4718304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AF0FB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7914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合回去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4791456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pull --rebase → push → 開 PR 或直接合（賽前用 PR，決賽現場講求速度可直合）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新功能要開工前：先請 Kiro 生成 spec（requirements → design → tasks），人審過 requirements 再動手——規格便宜，返工很貴。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兩條紅線，以及卡住了找誰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官方 CSV 不進 GitHub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主辦規定資料僅供競賽使用、勿轉傳。原始檔只放 Drive 共享資料夾；repo 的 .gitignore 已擋，不要繞過它。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16224D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金鑰與兌換碼不共用、不外流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194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Kiro 兌換碼、workshop access code、MAX API Key 都僅限本人使用——違者主辦可取消參賽資格。金鑰只放環境變數。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22315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4340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卡住了怎麼辦（照順序）：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先問 Kiro（描述錯誤訊息，它多半能解）　② Slack #dev 貼問題＋截圖　③ 環境／帳號類問題找隊長　④ 主辦相關問題寄 hackathon@digitimes.com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重要連結都釘選在 Slack #general：repo、Drive 資料夾、MAX API 文件、命題文件。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重要連結（點了就到）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EAF0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程式碼與任務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隊伍 Repo（MaiMate）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環境檢查腳本（clone 後執行）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任務清單 tasks.md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EAF0FB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Drive 文件與資料集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比賽專案資料夾（命題文件/簡報/數據）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官方數據集（CSV，下載後放 repo 的 data/）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MaiCoin 工作坊簡報 PDF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EAF0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 交易所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註冊（官方提供連結）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API 文件 v3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WebSocket 文件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MAX MCP Server（接進 Kiro 用）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8862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EAF0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工具與求助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4348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Kiro 下載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MAX Skill（下單模組參考）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u="sng" dirty="0">
                <a:solidFill>
                  <a:srgbClr val="1155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主辦活動小組信箱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這頁所有連結也釘選在 Slack #general——找不到東西先去那裡。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2026-07-19T11:11:18Z</dcterms:created>
  <dcterms:modified xsi:type="dcterms:W3CDTF">2026-07-19T11:11:18Z</dcterms:modified>
</cp:coreProperties>
</file>